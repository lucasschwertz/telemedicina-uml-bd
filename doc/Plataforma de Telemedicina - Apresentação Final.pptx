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14"/>
  </p:notesMasterIdLst>
  <p:handoutMasterIdLst>
    <p:handoutMasterId r:id="rId15"/>
  </p:handoutMasterIdLst>
  <p:sldIdLst>
    <p:sldId id="278" r:id="rId5"/>
    <p:sldId id="282" r:id="rId6"/>
    <p:sldId id="293" r:id="rId7"/>
    <p:sldId id="283" r:id="rId8"/>
    <p:sldId id="284" r:id="rId9"/>
    <p:sldId id="286" r:id="rId10"/>
    <p:sldId id="287" r:id="rId11"/>
    <p:sldId id="288" r:id="rId12"/>
    <p:sldId id="292" r:id="rId13"/>
  </p:sldIdLst>
  <p:sldSz cx="12192000" cy="6858000"/>
  <p:notesSz cx="6858000" cy="9144000"/>
  <p:defaultTextStyle>
    <a:defPPr rtl="0">
      <a:defRPr lang="pt-BR"/>
    </a:defPPr>
    <a:lvl1pPr marL="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>
          <p15:clr>
            <a:srgbClr val="F26B43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388" autoAdjust="0"/>
  </p:normalViewPr>
  <p:slideViewPr>
    <p:cSldViewPr snapToGrid="0">
      <p:cViewPr varScale="1">
        <p:scale>
          <a:sx n="85" d="100"/>
          <a:sy n="85" d="100"/>
        </p:scale>
        <p:origin x="590" y="53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-432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 varScale="1">
        <p:scale>
          <a:sx n="82" d="100"/>
          <a:sy n="82" d="100"/>
        </p:scale>
        <p:origin x="3930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95F4DCF1-ECAF-F7A7-2FE7-5E8E893BC44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pt-BR" sz="1200"/>
            </a:lvl1pPr>
          </a:lstStyle>
          <a:p>
            <a:pPr rtl="0"/>
            <a:endParaRPr lang="pt-BR" dirty="0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2C1330B0-5BAC-7408-8C3C-78D8336840E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pt-BR" sz="1200"/>
            </a:lvl1pPr>
          </a:lstStyle>
          <a:p>
            <a:pPr rtl="0"/>
            <a:fld id="{FCF5D6B5-35B7-4285-9A4D-92ED5F34F328}" type="datetime1">
              <a:rPr lang="pt-BR" smtClean="0"/>
              <a:t>06/06/2026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0D7EEB3-E0A5-7440-F7ED-F59975ED1E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pt-BR" sz="1200"/>
            </a:lvl1pPr>
          </a:lstStyle>
          <a:p>
            <a:pPr rtl="0"/>
            <a:endParaRPr lang="pt-BR" dirty="0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3F548D11-7466-6432-3BF5-64A1A1FA59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pt-BR" sz="1200"/>
            </a:lvl1pPr>
          </a:lstStyle>
          <a:p>
            <a:pPr rtl="0"/>
            <a:fld id="{CFA70580-B89C-4157-871D-6B9318EE5F58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431574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pt-BR" sz="1200"/>
            </a:lvl1pPr>
          </a:lstStyle>
          <a:p>
            <a:pPr rtl="0"/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pt-BR" sz="1200"/>
            </a:lvl1pPr>
          </a:lstStyle>
          <a:p>
            <a:fld id="{4CFF1DF4-D409-4130-8A44-0FEC7A586139}" type="datetime1">
              <a:rPr lang="pt-BR" smtClean="0"/>
              <a:pPr/>
              <a:t>06/06/2026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5" name="Espaço Reservado para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pt-BR"/>
            </a:def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pt-BR" sz="1200"/>
            </a:lvl1pPr>
          </a:lstStyle>
          <a:p>
            <a:pPr rtl="0"/>
            <a:endParaRPr lang="pt-BR" dirty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pt-BR" sz="1200"/>
            </a:lvl1pPr>
          </a:lstStyle>
          <a:p>
            <a:pPr rtl="0"/>
            <a:fld id="{E7AF00E9-A49D-4007-B3B9-A3783809E505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0969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E7AF00E9-A49D-4007-B3B9-A3783809E505}" type="slidenum">
              <a:rPr lang="pt-BR" smtClean="0"/>
              <a:t>1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892237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E7AF00E9-A49D-4007-B3B9-A3783809E505}" type="slidenum">
              <a:rPr lang="pt-BR" smtClean="0"/>
              <a:t>2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606498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E7AF00E9-A49D-4007-B3B9-A3783809E505}" type="slidenum">
              <a:rPr lang="pt-BR" smtClean="0"/>
              <a:t>3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49048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E7AF00E9-A49D-4007-B3B9-A3783809E505}" type="slidenum">
              <a:rPr lang="pt-BR" smtClean="0"/>
              <a:t>4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31635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E7AF00E9-A49D-4007-B3B9-A3783809E505}" type="slidenum">
              <a:rPr lang="pt-BR" smtClean="0"/>
              <a:t>5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67899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E7AF00E9-A49D-4007-B3B9-A3783809E505}" type="slidenum">
              <a:rPr lang="pt-BR" smtClean="0"/>
              <a:t>6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70488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E7AF00E9-A49D-4007-B3B9-A3783809E505}" type="slidenum">
              <a:rPr lang="pt-BR" smtClean="0"/>
              <a:t>7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616745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E7AF00E9-A49D-4007-B3B9-A3783809E505}" type="slidenum">
              <a:rPr lang="pt-BR" smtClean="0"/>
              <a:t>8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22812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E7AF00E9-A49D-4007-B3B9-A3783809E505}" type="slidenum">
              <a:rPr lang="pt-BR" smtClean="0"/>
              <a:t>9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49693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22053C-0E9C-4159-B7C9-6AB7434391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18020" y="662937"/>
            <a:ext cx="4624442" cy="5542025"/>
          </a:xfrm>
        </p:spPr>
        <p:txBody>
          <a:bodyPr vert="horz" wrap="square" lIns="0" tIns="0" rIns="0" bIns="0" rtlCol="0" anchor="ctr" anchorCtr="0">
            <a:normAutofit/>
          </a:bodyPr>
          <a:lstStyle>
            <a:lvl1pPr>
              <a:defRPr lang="pt-BR" dirty="0"/>
            </a:lvl1pPr>
          </a:lstStyle>
          <a:p>
            <a:pPr lvl="0" rtl="0">
              <a:lnSpc>
                <a:spcPct val="100000"/>
              </a:lnSpc>
            </a:pPr>
            <a:r>
              <a:rPr lang="pt-BR"/>
              <a:t>Clique para adicionar um título</a:t>
            </a:r>
          </a:p>
        </p:txBody>
      </p:sp>
      <p:sp>
        <p:nvSpPr>
          <p:cNvPr id="9" name="Espaço Reservado para Imagem 8">
            <a:extLst>
              <a:ext uri="{FF2B5EF4-FFF2-40B4-BE49-F238E27FC236}">
                <a16:creationId xmlns:a16="http://schemas.microsoft.com/office/drawing/2014/main" id="{988CE9D0-E6DB-A38D-ED84-A53D0493E6D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267450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pt-BR" sz="2000"/>
            </a:lvl1pPr>
          </a:lstStyle>
          <a:p>
            <a:pPr rtl="0"/>
            <a:r>
              <a:rPr lang="pt-BR"/>
              <a:t>Clique no ícone para inserir a imagem</a:t>
            </a:r>
          </a:p>
        </p:txBody>
      </p:sp>
    </p:spTree>
    <p:extLst>
      <p:ext uri="{BB962C8B-B14F-4D97-AF65-F5344CB8AC3E}">
        <p14:creationId xmlns:p14="http://schemas.microsoft.com/office/powerpoint/2010/main" val="2868207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upo 22">
            <a:extLst>
              <a:ext uri="{FF2B5EF4-FFF2-40B4-BE49-F238E27FC236}">
                <a16:creationId xmlns:a16="http://schemas.microsoft.com/office/drawing/2014/main" id="{43C4A872-A473-BFD2-150E-387250C2B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24" name="Forma livre: Forma 23">
              <a:extLst>
                <a:ext uri="{FF2B5EF4-FFF2-40B4-BE49-F238E27FC236}">
                  <a16:creationId xmlns:a16="http://schemas.microsoft.com/office/drawing/2014/main" id="{C5C8D53B-A579-BCFA-58E8-C386DABC92CD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pt-BR"/>
              </a:defPPr>
            </a:lstStyle>
            <a:p>
              <a:pPr algn="ctr" rtl="0"/>
              <a:endParaRPr lang="pt-BR" dirty="0">
                <a:solidFill>
                  <a:schemeClr val="tx1"/>
                </a:solidFill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23A34CAC-4A03-ADDB-E97F-8675E68FC0B3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0C733506-2F0D-8F31-52D1-5244F04A706B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sp>
          <p:nvSpPr>
            <p:cNvPr id="27" name="Forma Livre: Forma 26">
              <a:extLst>
                <a:ext uri="{FF2B5EF4-FFF2-40B4-BE49-F238E27FC236}">
                  <a16:creationId xmlns:a16="http://schemas.microsoft.com/office/drawing/2014/main" id="{29356E3D-E14C-9C43-7CE4-A7156B1E10DB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pt-BR"/>
              </a:defPPr>
            </a:lstStyle>
            <a:p>
              <a:pPr algn="ctr" rtl="0"/>
              <a:endParaRPr lang="pt-BR" dirty="0">
                <a:solidFill>
                  <a:schemeClr val="tx1"/>
                </a:solidFill>
              </a:endParaRPr>
            </a:p>
          </p:txBody>
        </p:sp>
      </p:grpSp>
      <p:sp>
        <p:nvSpPr>
          <p:cNvPr id="20" name="Título 19">
            <a:extLst>
              <a:ext uri="{FF2B5EF4-FFF2-40B4-BE49-F238E27FC236}">
                <a16:creationId xmlns:a16="http://schemas.microsoft.com/office/drawing/2014/main" id="{85C652DA-55F6-9691-4254-344E0A4E9A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483924"/>
            <a:ext cx="11090275" cy="1684059"/>
          </a:xfrm>
        </p:spPr>
        <p:txBody>
          <a:bodyPr rtlCol="0" anchor="b">
            <a:normAutofit/>
          </a:bodyPr>
          <a:lstStyle>
            <a:lvl1pPr>
              <a:defRPr lang="pt-BR" sz="4000"/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22" name="Espaço Reservado para Conteúdo 21">
            <a:extLst>
              <a:ext uri="{FF2B5EF4-FFF2-40B4-BE49-F238E27FC236}">
                <a16:creationId xmlns:a16="http://schemas.microsoft.com/office/drawing/2014/main" id="{4DB7AC4F-2818-7F0D-AC6A-736D5F2C73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50863" y="2419350"/>
            <a:ext cx="11090274" cy="3913188"/>
          </a:xfrm>
        </p:spPr>
        <p:txBody>
          <a:bodyPr rtlCol="0">
            <a:normAutofit/>
          </a:bodyPr>
          <a:lstStyle>
            <a:lvl1pPr marL="0" indent="0">
              <a:buNone/>
              <a:defRPr lang="pt-BR" sz="1800">
                <a:solidFill>
                  <a:schemeClr val="tx1"/>
                </a:solidFill>
              </a:defRPr>
            </a:lvl1pPr>
            <a:lvl2pPr>
              <a:defRPr lang="pt-BR" sz="1200">
                <a:solidFill>
                  <a:schemeClr val="tx1"/>
                </a:solidFill>
              </a:defRPr>
            </a:lvl2pPr>
            <a:lvl3pPr>
              <a:defRPr lang="pt-BR" sz="1200">
                <a:solidFill>
                  <a:schemeClr val="tx1"/>
                </a:solidFill>
              </a:defRPr>
            </a:lvl3pPr>
            <a:lvl4pPr>
              <a:defRPr lang="pt-BR" sz="1200">
                <a:solidFill>
                  <a:schemeClr val="tx1"/>
                </a:solidFill>
              </a:defRPr>
            </a:lvl4pPr>
            <a:lvl5pPr>
              <a:defRPr lang="pt-BR"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pt-BR"/>
              <a:t>Clique para 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AB81B449-7B97-41DC-B23F-65EDCBD31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/>
              <a:t>20XX</a:t>
            </a:r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7C6B46D5-337B-4906-8412-4EEA3884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E436F230-C9A7-407A-B923-873839C8D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DBA1B0FB-D917-4C8C-928F-313BD683BF39}" type="slidenum">
              <a:rPr lang="pt-BR" smtClean="0"/>
              <a:t>‹nº›</a:t>
            </a:fld>
            <a:endParaRPr lang="pt-BR" dirty="0"/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6C61DF04-D7CB-2B19-8BB9-3E90A6619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10824" y="1514007"/>
            <a:ext cx="734257" cy="760506"/>
            <a:chOff x="5243759" y="1363788"/>
            <a:chExt cx="734257" cy="760506"/>
          </a:xfrm>
        </p:grpSpPr>
        <p:sp>
          <p:nvSpPr>
            <p:cNvPr id="6" name="Forma Livre 5">
              <a:extLst>
                <a:ext uri="{FF2B5EF4-FFF2-40B4-BE49-F238E27FC236}">
                  <a16:creationId xmlns:a16="http://schemas.microsoft.com/office/drawing/2014/main" id="{5DE1CC00-F893-E215-8086-65B6605C5FC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sp>
          <p:nvSpPr>
            <p:cNvPr id="7" name="Forma Livre 6">
              <a:extLst>
                <a:ext uri="{FF2B5EF4-FFF2-40B4-BE49-F238E27FC236}">
                  <a16:creationId xmlns:a16="http://schemas.microsoft.com/office/drawing/2014/main" id="{6EBF50D9-F9B8-ADB3-8B4A-AF19564EE6E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sp>
          <p:nvSpPr>
            <p:cNvPr id="8" name="Forma Livre 8">
              <a:extLst>
                <a:ext uri="{FF2B5EF4-FFF2-40B4-BE49-F238E27FC236}">
                  <a16:creationId xmlns:a16="http://schemas.microsoft.com/office/drawing/2014/main" id="{80BE1060-7183-58F8-EEBF-64135EE82BC5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597A3BE-0D13-9033-E3FD-78202DB799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0168304" y="385236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pt-BR"/>
            </a:defPPr>
          </a:lstStyle>
          <a:p>
            <a:pPr algn="ctr" rtl="0"/>
            <a:endParaRPr lang="pt-BR" dirty="0"/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D8867D9A-3F3B-94C3-244B-0006226AEF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063019" y="3199533"/>
            <a:ext cx="3597052" cy="2615018"/>
            <a:chOff x="4541453" y="3199533"/>
            <a:chExt cx="3597052" cy="2615018"/>
          </a:xfrm>
        </p:grpSpPr>
        <p:sp>
          <p:nvSpPr>
            <p:cNvPr id="13" name="Forma livre: Forma 38">
              <a:extLst>
                <a:ext uri="{FF2B5EF4-FFF2-40B4-BE49-F238E27FC236}">
                  <a16:creationId xmlns:a16="http://schemas.microsoft.com/office/drawing/2014/main" id="{955FC3D1-6227-A188-CCDB-11D573FD807A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602175" y="3958416"/>
              <a:ext cx="3536330" cy="1853969"/>
            </a:xfrm>
            <a:custGeom>
              <a:avLst/>
              <a:gdLst>
                <a:gd name="connsiteX0" fmla="*/ 3536330 w 3536330"/>
                <a:gd name="connsiteY0" fmla="*/ 1853969 h 1853969"/>
                <a:gd name="connsiteX1" fmla="*/ 1682362 w 3536330"/>
                <a:gd name="connsiteY1" fmla="*/ 0 h 1853969"/>
                <a:gd name="connsiteX2" fmla="*/ 52157 w 3536330"/>
                <a:gd name="connsiteY2" fmla="*/ 970257 h 1853969"/>
                <a:gd name="connsiteX3" fmla="*/ 0 w 3536330"/>
                <a:gd name="connsiteY3" fmla="*/ 1078528 h 1853969"/>
                <a:gd name="connsiteX4" fmla="*/ 757215 w 3536330"/>
                <a:gd name="connsiteY4" fmla="*/ 1835743 h 1853969"/>
                <a:gd name="connsiteX5" fmla="*/ 774211 w 3536330"/>
                <a:gd name="connsiteY5" fmla="*/ 1667149 h 1853969"/>
                <a:gd name="connsiteX6" fmla="*/ 1682362 w 3536330"/>
                <a:gd name="connsiteY6" fmla="*/ 926985 h 1853969"/>
                <a:gd name="connsiteX7" fmla="*/ 2609345 w 3536330"/>
                <a:gd name="connsiteY7" fmla="*/ 1853969 h 1853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36330" h="1853969">
                  <a:moveTo>
                    <a:pt x="3536330" y="1853969"/>
                  </a:moveTo>
                  <a:cubicBezTo>
                    <a:pt x="3536330" y="830051"/>
                    <a:pt x="2706280" y="0"/>
                    <a:pt x="1682362" y="0"/>
                  </a:cubicBezTo>
                  <a:cubicBezTo>
                    <a:pt x="978418" y="0"/>
                    <a:pt x="366107" y="392328"/>
                    <a:pt x="52157" y="970257"/>
                  </a:cubicBezTo>
                  <a:lnTo>
                    <a:pt x="0" y="1078528"/>
                  </a:lnTo>
                  <a:lnTo>
                    <a:pt x="757215" y="1835743"/>
                  </a:lnTo>
                  <a:lnTo>
                    <a:pt x="774211" y="1667149"/>
                  </a:lnTo>
                  <a:cubicBezTo>
                    <a:pt x="860649" y="1244739"/>
                    <a:pt x="1234397" y="926985"/>
                    <a:pt x="1682362" y="926985"/>
                  </a:cubicBezTo>
                  <a:cubicBezTo>
                    <a:pt x="2194320" y="926985"/>
                    <a:pt x="2609345" y="1342010"/>
                    <a:pt x="2609345" y="1853969"/>
                  </a:cubicBezTo>
                  <a:close/>
                </a:path>
              </a:pathLst>
            </a:custGeom>
            <a:gradFill flip="none" rotWithShape="1">
              <a:gsLst>
                <a:gs pos="97000">
                  <a:schemeClr val="bg2"/>
                </a:gs>
                <a:gs pos="31000">
                  <a:schemeClr val="bg2">
                    <a:lumMod val="90000"/>
                    <a:lumOff val="10000"/>
                  </a:schemeClr>
                </a:gs>
              </a:gsLst>
              <a:lin ang="15000000" scaled="0"/>
              <a:tileRect/>
            </a:gradFill>
            <a:ln>
              <a:noFill/>
            </a:ln>
            <a:effectLst>
              <a:innerShdw blurRad="355600" dist="101600" dir="16200000">
                <a:schemeClr val="accent1">
                  <a:lumMod val="60000"/>
                  <a:lumOff val="40000"/>
                  <a:alpha val="8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AE6BE70E-C41E-449D-A48C-4EB6BB7DC20D}"/>
                </a:ext>
              </a:extLst>
            </p:cNvPr>
            <p:cNvGrpSpPr/>
            <p:nvPr/>
          </p:nvGrpSpPr>
          <p:grpSpPr>
            <a:xfrm>
              <a:off x="4541453" y="3199533"/>
              <a:ext cx="3478701" cy="2615018"/>
              <a:chOff x="-481151" y="3199533"/>
              <a:chExt cx="3478701" cy="2615018"/>
            </a:xfrm>
          </p:grpSpPr>
          <p:sp>
            <p:nvSpPr>
              <p:cNvPr id="15" name="Forma Livre: Forma 32">
                <a:extLst>
                  <a:ext uri="{FF2B5EF4-FFF2-40B4-BE49-F238E27FC236}">
                    <a16:creationId xmlns:a16="http://schemas.microsoft.com/office/drawing/2014/main" id="{B7C0B12B-49BE-7855-18FB-8583C8DD9617}"/>
                  </a:ext>
                </a:extLst>
              </p:cNvPr>
              <p:cNvSpPr>
                <a:spLocks noChangeAspect="1"/>
              </p:cNvSpPr>
              <p:nvPr userDrawn="1"/>
            </p:nvSpPr>
            <p:spPr>
              <a:xfrm rot="18900000" flipV="1">
                <a:off x="-481151" y="3649708"/>
                <a:ext cx="3478701" cy="2164843"/>
              </a:xfrm>
              <a:custGeom>
                <a:avLst/>
                <a:gdLst>
                  <a:gd name="connsiteX0" fmla="*/ 3478701 w 3478701"/>
                  <a:gd name="connsiteY0" fmla="*/ 2164843 h 2164843"/>
                  <a:gd name="connsiteX1" fmla="*/ 1624733 w 3478701"/>
                  <a:gd name="connsiteY1" fmla="*/ 0 h 2164843"/>
                  <a:gd name="connsiteX2" fmla="*/ 87393 w 3478701"/>
                  <a:gd name="connsiteY2" fmla="*/ 954459 h 2164843"/>
                  <a:gd name="connsiteX3" fmla="*/ 0 w 3478701"/>
                  <a:gd name="connsiteY3" fmla="*/ 1122434 h 2164843"/>
                  <a:gd name="connsiteX4" fmla="*/ 736015 w 3478701"/>
                  <a:gd name="connsiteY4" fmla="*/ 1858449 h 2164843"/>
                  <a:gd name="connsiteX5" fmla="*/ 739424 w 3478701"/>
                  <a:gd name="connsiteY5" fmla="*/ 1842964 h 2164843"/>
                  <a:gd name="connsiteX6" fmla="*/ 1624733 w 3478701"/>
                  <a:gd name="connsiteY6" fmla="*/ 1082422 h 2164843"/>
                  <a:gd name="connsiteX7" fmla="*/ 2551716 w 3478701"/>
                  <a:gd name="connsiteY7" fmla="*/ 2164843 h 2164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78701" h="2164843">
                    <a:moveTo>
                      <a:pt x="3478701" y="2164843"/>
                    </a:moveTo>
                    <a:cubicBezTo>
                      <a:pt x="3478701" y="969234"/>
                      <a:pt x="2648651" y="0"/>
                      <a:pt x="1624733" y="0"/>
                    </a:cubicBezTo>
                    <a:cubicBezTo>
                      <a:pt x="984784" y="0"/>
                      <a:pt x="420564" y="378607"/>
                      <a:pt x="87393" y="954459"/>
                    </a:cubicBezTo>
                    <a:lnTo>
                      <a:pt x="0" y="1122434"/>
                    </a:lnTo>
                    <a:lnTo>
                      <a:pt x="736015" y="1858449"/>
                    </a:lnTo>
                    <a:lnTo>
                      <a:pt x="739424" y="1842964"/>
                    </a:lnTo>
                    <a:cubicBezTo>
                      <a:pt x="856791" y="1402344"/>
                      <a:pt x="1208766" y="1082422"/>
                      <a:pt x="1624733" y="1082422"/>
                    </a:cubicBezTo>
                    <a:cubicBezTo>
                      <a:pt x="2136692" y="1082422"/>
                      <a:pt x="2551716" y="1567038"/>
                      <a:pt x="2551716" y="2164843"/>
                    </a:cubicBezTo>
                    <a:close/>
                  </a:path>
                </a:pathLst>
              </a:custGeom>
              <a:solidFill>
                <a:schemeClr val="bg2">
                  <a:lumMod val="50000"/>
                  <a:lumOff val="50000"/>
                  <a:alpha val="40000"/>
                </a:schemeClr>
              </a:solidFill>
              <a:ln>
                <a:noFill/>
              </a:ln>
              <a:effectLst>
                <a:softEdge rad="38100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pt-BR"/>
                </a:defPPr>
              </a:lstStyle>
              <a:p>
                <a:pPr algn="ctr" rtl="0"/>
                <a:endParaRPr lang="pt-BR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7C78A37-D378-70D3-D6E3-AB9400EB583E}"/>
                  </a:ext>
                </a:extLst>
              </p:cNvPr>
              <p:cNvSpPr/>
              <p:nvPr userDrawn="1"/>
            </p:nvSpPr>
            <p:spPr>
              <a:xfrm rot="13500000" flipV="1">
                <a:off x="1512277" y="2840042"/>
                <a:ext cx="214196" cy="933178"/>
              </a:xfrm>
              <a:prstGeom prst="ellipse">
                <a:avLst/>
              </a:prstGeom>
              <a:solidFill>
                <a:schemeClr val="bg2">
                  <a:lumMod val="90000"/>
                  <a:lumOff val="10000"/>
                </a:schemeClr>
              </a:solidFill>
              <a:ln>
                <a:noFill/>
              </a:ln>
              <a:effectLst>
                <a:innerShdw blurRad="1270000" dist="2540000">
                  <a:schemeClr val="accent1">
                    <a:lumMod val="60000"/>
                    <a:lumOff val="40000"/>
                    <a:alpha val="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pt-BR"/>
                </a:defPPr>
              </a:lstStyle>
              <a:p>
                <a:pPr algn="ctr" rtl="0"/>
                <a:endParaRPr lang="pt-BR" dirty="0"/>
              </a:p>
            </p:txBody>
          </p:sp>
        </p:grpSp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02491172-466F-19CC-B639-A1C3CAB1D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690545" y="4100655"/>
            <a:ext cx="1335600" cy="1262947"/>
            <a:chOff x="10145015" y="2343978"/>
            <a:chExt cx="1335600" cy="1262947"/>
          </a:xfrm>
        </p:grpSpPr>
        <p:sp>
          <p:nvSpPr>
            <p:cNvPr id="18" name="Forma Livre: Forma 25">
              <a:extLst>
                <a:ext uri="{FF2B5EF4-FFF2-40B4-BE49-F238E27FC236}">
                  <a16:creationId xmlns:a16="http://schemas.microsoft.com/office/drawing/2014/main" id="{45EC885D-265C-397B-5DAF-57A66CDA30B5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400615" y="2343978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732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3601DB21-D937-2F89-DC26-063DFC7800C8}"/>
                </a:ext>
              </a:extLst>
            </p:cNvPr>
            <p:cNvSpPr/>
            <p:nvPr/>
          </p:nvSpPr>
          <p:spPr>
            <a:xfrm rot="13500000">
              <a:off x="10415015" y="21798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0">
                  <a:schemeClr val="bg2">
                    <a:lumMod val="75000"/>
                    <a:lumOff val="25000"/>
                    <a:alpha val="33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3858332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+ subtítulo +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50863" y="196900"/>
            <a:ext cx="4159160" cy="3155900"/>
          </a:xfrm>
        </p:spPr>
        <p:txBody>
          <a:bodyPr lIns="91440" rtlCol="0" anchor="b">
            <a:noAutofit/>
          </a:bodyPr>
          <a:lstStyle>
            <a:lvl1pPr algn="l">
              <a:defRPr lang="pt-BR" sz="4000"/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7271" y="3505200"/>
            <a:ext cx="4159160" cy="2352356"/>
          </a:xfrm>
        </p:spPr>
        <p:txBody>
          <a:bodyPr lIns="91440" rIns="91440" rtlCol="0">
            <a:no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lang="pt-BR" sz="2400">
                <a:solidFill>
                  <a:schemeClr val="tx1"/>
                </a:solidFill>
              </a:defRPr>
            </a:lvl1pPr>
            <a:lvl2pPr marL="457200" indent="0" algn="ctr">
              <a:buNone/>
              <a:defRPr lang="pt-BR" sz="2000"/>
            </a:lvl2pPr>
            <a:lvl3pPr marL="914400" indent="0" algn="ctr">
              <a:buNone/>
              <a:defRPr lang="pt-BR" sz="1800"/>
            </a:lvl3pPr>
            <a:lvl4pPr marL="1371600" indent="0" algn="ctr">
              <a:buNone/>
              <a:defRPr lang="pt-BR" sz="1600"/>
            </a:lvl4pPr>
            <a:lvl5pPr marL="1828800" indent="0" algn="ctr">
              <a:buNone/>
              <a:defRPr lang="pt-BR" sz="1600"/>
            </a:lvl5pPr>
            <a:lvl6pPr marL="2286000" indent="0" algn="ctr">
              <a:buNone/>
              <a:defRPr lang="pt-BR" sz="1600"/>
            </a:lvl6pPr>
            <a:lvl7pPr marL="2743200" indent="0" algn="ctr">
              <a:buNone/>
              <a:defRPr lang="pt-BR" sz="1600"/>
            </a:lvl7pPr>
            <a:lvl8pPr marL="3200400" indent="0" algn="ctr">
              <a:buNone/>
              <a:defRPr lang="pt-BR" sz="1600"/>
            </a:lvl8pPr>
            <a:lvl9pPr marL="3657600" indent="0" algn="ctr">
              <a:buNone/>
              <a:defRPr lang="pt-BR" sz="1600"/>
            </a:lvl9pPr>
          </a:lstStyle>
          <a:p>
            <a:pPr rtl="0"/>
            <a:r>
              <a:rPr lang="pt-BR"/>
              <a:t>Clique para adicionar um subtítulo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0ABD6E1-FE78-D78B-E80C-09490F5D8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5668780" y="5059009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pt-BR"/>
            </a:defPPr>
          </a:lstStyle>
          <a:p>
            <a:pPr algn="ctr" rtl="0"/>
            <a:endParaRPr lang="pt-BR" dirty="0"/>
          </a:p>
        </p:txBody>
      </p:sp>
      <p:grpSp>
        <p:nvGrpSpPr>
          <p:cNvPr id="10" name="Grupo 9">
            <a:extLst>
              <a:ext uri="{FF2B5EF4-FFF2-40B4-BE49-F238E27FC236}">
                <a16:creationId xmlns:a16="http://schemas.microsoft.com/office/drawing/2014/main" id="{62BB1BCD-5C1C-ED05-D6B4-F92367209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22156" y="4143453"/>
            <a:ext cx="734257" cy="760506"/>
            <a:chOff x="5243759" y="1363788"/>
            <a:chExt cx="734257" cy="760506"/>
          </a:xfrm>
        </p:grpSpPr>
        <p:sp>
          <p:nvSpPr>
            <p:cNvPr id="11" name="Forma Livre 5">
              <a:extLst>
                <a:ext uri="{FF2B5EF4-FFF2-40B4-BE49-F238E27FC236}">
                  <a16:creationId xmlns:a16="http://schemas.microsoft.com/office/drawing/2014/main" id="{700A5CAB-28E9-FB7A-E72E-39F3ADE58C6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sp>
          <p:nvSpPr>
            <p:cNvPr id="12" name="Forma Livre 6">
              <a:extLst>
                <a:ext uri="{FF2B5EF4-FFF2-40B4-BE49-F238E27FC236}">
                  <a16:creationId xmlns:a16="http://schemas.microsoft.com/office/drawing/2014/main" id="{2BA2D9BC-CA87-28FA-7A02-455E740EACA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sp>
          <p:nvSpPr>
            <p:cNvPr id="13" name="Forma Livre 8">
              <a:extLst>
                <a:ext uri="{FF2B5EF4-FFF2-40B4-BE49-F238E27FC236}">
                  <a16:creationId xmlns:a16="http://schemas.microsoft.com/office/drawing/2014/main" id="{734E5ADF-EEF0-2501-9D7B-8FC1A49F60A7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</p:grpSp>
      <p:sp>
        <p:nvSpPr>
          <p:cNvPr id="8" name="Espaço Reservado para Imagem 14">
            <a:extLst>
              <a:ext uri="{FF2B5EF4-FFF2-40B4-BE49-F238E27FC236}">
                <a16:creationId xmlns:a16="http://schemas.microsoft.com/office/drawing/2014/main" id="{780F3839-9B1B-2346-C1F4-E876E6AE32E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678049" y="788713"/>
            <a:ext cx="5132388" cy="5132388"/>
          </a:xfrm>
          <a:custGeom>
            <a:avLst/>
            <a:gdLst>
              <a:gd name="connsiteX0" fmla="*/ 2566194 w 5132388"/>
              <a:gd name="connsiteY0" fmla="*/ 0 h 5132388"/>
              <a:gd name="connsiteX1" fmla="*/ 5132388 w 5132388"/>
              <a:gd name="connsiteY1" fmla="*/ 2566194 h 5132388"/>
              <a:gd name="connsiteX2" fmla="*/ 2566194 w 5132388"/>
              <a:gd name="connsiteY2" fmla="*/ 5132388 h 5132388"/>
              <a:gd name="connsiteX3" fmla="*/ 0 w 5132388"/>
              <a:gd name="connsiteY3" fmla="*/ 2566194 h 5132388"/>
              <a:gd name="connsiteX4" fmla="*/ 2566194 w 5132388"/>
              <a:gd name="connsiteY4" fmla="*/ 0 h 51323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32388" h="5132388">
                <a:moveTo>
                  <a:pt x="2566194" y="0"/>
                </a:moveTo>
                <a:cubicBezTo>
                  <a:pt x="3983464" y="0"/>
                  <a:pt x="5132388" y="1148924"/>
                  <a:pt x="5132388" y="2566194"/>
                </a:cubicBezTo>
                <a:cubicBezTo>
                  <a:pt x="5132388" y="3983464"/>
                  <a:pt x="3983464" y="5132388"/>
                  <a:pt x="2566194" y="5132388"/>
                </a:cubicBezTo>
                <a:cubicBezTo>
                  <a:pt x="1148924" y="5132388"/>
                  <a:pt x="0" y="3983464"/>
                  <a:pt x="0" y="2566194"/>
                </a:cubicBezTo>
                <a:cubicBezTo>
                  <a:pt x="0" y="1148924"/>
                  <a:pt x="1148924" y="0"/>
                  <a:pt x="2566194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wrap="square" tIns="365760" rtlCol="0">
            <a:noAutofit/>
          </a:bodyPr>
          <a:lstStyle>
            <a:lvl1pPr marL="0" indent="0" algn="ctr">
              <a:buNone/>
              <a:defRPr lang="pt-BR" sz="1800"/>
            </a:lvl1pPr>
          </a:lstStyle>
          <a:p>
            <a:pPr rtl="0"/>
            <a:r>
              <a:rPr lang="pt-BR"/>
              <a:t>Clique no ícone para adicionar uma imagem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/>
              <a:t>20XX</a:t>
            </a:r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CBD12358-51D2-46B3-9BDE-DF29528B9454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50073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C87E98C0-6053-9701-92D0-4EF9ADBC50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9063019" y="746716"/>
            <a:ext cx="3597052" cy="2615018"/>
            <a:chOff x="4541453" y="3199533"/>
            <a:chExt cx="3597052" cy="2615018"/>
          </a:xfrm>
        </p:grpSpPr>
        <p:sp>
          <p:nvSpPr>
            <p:cNvPr id="8" name="Forma livre: Forma 38">
              <a:extLst>
                <a:ext uri="{FF2B5EF4-FFF2-40B4-BE49-F238E27FC236}">
                  <a16:creationId xmlns:a16="http://schemas.microsoft.com/office/drawing/2014/main" id="{C32B1A1D-760B-9D3D-A869-E50FC962A629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602175" y="3958416"/>
              <a:ext cx="3536330" cy="1853969"/>
            </a:xfrm>
            <a:custGeom>
              <a:avLst/>
              <a:gdLst>
                <a:gd name="connsiteX0" fmla="*/ 3536330 w 3536330"/>
                <a:gd name="connsiteY0" fmla="*/ 1853969 h 1853969"/>
                <a:gd name="connsiteX1" fmla="*/ 1682362 w 3536330"/>
                <a:gd name="connsiteY1" fmla="*/ 0 h 1853969"/>
                <a:gd name="connsiteX2" fmla="*/ 52157 w 3536330"/>
                <a:gd name="connsiteY2" fmla="*/ 970257 h 1853969"/>
                <a:gd name="connsiteX3" fmla="*/ 0 w 3536330"/>
                <a:gd name="connsiteY3" fmla="*/ 1078528 h 1853969"/>
                <a:gd name="connsiteX4" fmla="*/ 757215 w 3536330"/>
                <a:gd name="connsiteY4" fmla="*/ 1835743 h 1853969"/>
                <a:gd name="connsiteX5" fmla="*/ 774211 w 3536330"/>
                <a:gd name="connsiteY5" fmla="*/ 1667149 h 1853969"/>
                <a:gd name="connsiteX6" fmla="*/ 1682362 w 3536330"/>
                <a:gd name="connsiteY6" fmla="*/ 926985 h 1853969"/>
                <a:gd name="connsiteX7" fmla="*/ 2609345 w 3536330"/>
                <a:gd name="connsiteY7" fmla="*/ 1853969 h 1853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36330" h="1853969">
                  <a:moveTo>
                    <a:pt x="3536330" y="1853969"/>
                  </a:moveTo>
                  <a:cubicBezTo>
                    <a:pt x="3536330" y="830051"/>
                    <a:pt x="2706280" y="0"/>
                    <a:pt x="1682362" y="0"/>
                  </a:cubicBezTo>
                  <a:cubicBezTo>
                    <a:pt x="978418" y="0"/>
                    <a:pt x="366107" y="392328"/>
                    <a:pt x="52157" y="970257"/>
                  </a:cubicBezTo>
                  <a:lnTo>
                    <a:pt x="0" y="1078528"/>
                  </a:lnTo>
                  <a:lnTo>
                    <a:pt x="757215" y="1835743"/>
                  </a:lnTo>
                  <a:lnTo>
                    <a:pt x="774211" y="1667149"/>
                  </a:lnTo>
                  <a:cubicBezTo>
                    <a:pt x="860649" y="1244739"/>
                    <a:pt x="1234397" y="926985"/>
                    <a:pt x="1682362" y="926985"/>
                  </a:cubicBezTo>
                  <a:cubicBezTo>
                    <a:pt x="2194320" y="926985"/>
                    <a:pt x="2609345" y="1342010"/>
                    <a:pt x="2609345" y="1853969"/>
                  </a:cubicBezTo>
                  <a:close/>
                </a:path>
              </a:pathLst>
            </a:custGeom>
            <a:gradFill flip="none" rotWithShape="1">
              <a:gsLst>
                <a:gs pos="97000">
                  <a:schemeClr val="bg2"/>
                </a:gs>
                <a:gs pos="31000">
                  <a:schemeClr val="bg2">
                    <a:lumMod val="90000"/>
                    <a:lumOff val="10000"/>
                  </a:schemeClr>
                </a:gs>
              </a:gsLst>
              <a:lin ang="15000000" scaled="0"/>
              <a:tileRect/>
            </a:gradFill>
            <a:ln>
              <a:noFill/>
            </a:ln>
            <a:effectLst>
              <a:innerShdw blurRad="355600" dist="101600" dir="16200000">
                <a:schemeClr val="accent1">
                  <a:lumMod val="60000"/>
                  <a:lumOff val="40000"/>
                  <a:alpha val="8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D02EF78B-5BDF-8632-B9B1-087DB042EEC7}"/>
                </a:ext>
              </a:extLst>
            </p:cNvPr>
            <p:cNvGrpSpPr/>
            <p:nvPr/>
          </p:nvGrpSpPr>
          <p:grpSpPr>
            <a:xfrm>
              <a:off x="4541453" y="3199533"/>
              <a:ext cx="3478701" cy="2615018"/>
              <a:chOff x="-481151" y="3199533"/>
              <a:chExt cx="3478701" cy="2615018"/>
            </a:xfrm>
          </p:grpSpPr>
          <p:sp>
            <p:nvSpPr>
              <p:cNvPr id="10" name="Forma Livre: Forma 32">
                <a:extLst>
                  <a:ext uri="{FF2B5EF4-FFF2-40B4-BE49-F238E27FC236}">
                    <a16:creationId xmlns:a16="http://schemas.microsoft.com/office/drawing/2014/main" id="{5C54B3E8-515B-0865-9321-DB3793A62240}"/>
                  </a:ext>
                </a:extLst>
              </p:cNvPr>
              <p:cNvSpPr>
                <a:spLocks noChangeAspect="1"/>
              </p:cNvSpPr>
              <p:nvPr userDrawn="1"/>
            </p:nvSpPr>
            <p:spPr>
              <a:xfrm rot="18900000" flipV="1">
                <a:off x="-481151" y="3649708"/>
                <a:ext cx="3478701" cy="2164843"/>
              </a:xfrm>
              <a:custGeom>
                <a:avLst/>
                <a:gdLst>
                  <a:gd name="connsiteX0" fmla="*/ 3478701 w 3478701"/>
                  <a:gd name="connsiteY0" fmla="*/ 2164843 h 2164843"/>
                  <a:gd name="connsiteX1" fmla="*/ 1624733 w 3478701"/>
                  <a:gd name="connsiteY1" fmla="*/ 0 h 2164843"/>
                  <a:gd name="connsiteX2" fmla="*/ 87393 w 3478701"/>
                  <a:gd name="connsiteY2" fmla="*/ 954459 h 2164843"/>
                  <a:gd name="connsiteX3" fmla="*/ 0 w 3478701"/>
                  <a:gd name="connsiteY3" fmla="*/ 1122434 h 2164843"/>
                  <a:gd name="connsiteX4" fmla="*/ 736015 w 3478701"/>
                  <a:gd name="connsiteY4" fmla="*/ 1858449 h 2164843"/>
                  <a:gd name="connsiteX5" fmla="*/ 739424 w 3478701"/>
                  <a:gd name="connsiteY5" fmla="*/ 1842964 h 2164843"/>
                  <a:gd name="connsiteX6" fmla="*/ 1624733 w 3478701"/>
                  <a:gd name="connsiteY6" fmla="*/ 1082422 h 2164843"/>
                  <a:gd name="connsiteX7" fmla="*/ 2551716 w 3478701"/>
                  <a:gd name="connsiteY7" fmla="*/ 2164843 h 21648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78701" h="2164843">
                    <a:moveTo>
                      <a:pt x="3478701" y="2164843"/>
                    </a:moveTo>
                    <a:cubicBezTo>
                      <a:pt x="3478701" y="969234"/>
                      <a:pt x="2648651" y="0"/>
                      <a:pt x="1624733" y="0"/>
                    </a:cubicBezTo>
                    <a:cubicBezTo>
                      <a:pt x="984784" y="0"/>
                      <a:pt x="420564" y="378607"/>
                      <a:pt x="87393" y="954459"/>
                    </a:cubicBezTo>
                    <a:lnTo>
                      <a:pt x="0" y="1122434"/>
                    </a:lnTo>
                    <a:lnTo>
                      <a:pt x="736015" y="1858449"/>
                    </a:lnTo>
                    <a:lnTo>
                      <a:pt x="739424" y="1842964"/>
                    </a:lnTo>
                    <a:cubicBezTo>
                      <a:pt x="856791" y="1402344"/>
                      <a:pt x="1208766" y="1082422"/>
                      <a:pt x="1624733" y="1082422"/>
                    </a:cubicBezTo>
                    <a:cubicBezTo>
                      <a:pt x="2136692" y="1082422"/>
                      <a:pt x="2551716" y="1567038"/>
                      <a:pt x="2551716" y="2164843"/>
                    </a:cubicBezTo>
                    <a:close/>
                  </a:path>
                </a:pathLst>
              </a:custGeom>
              <a:solidFill>
                <a:schemeClr val="bg2">
                  <a:lumMod val="50000"/>
                  <a:lumOff val="50000"/>
                  <a:alpha val="40000"/>
                </a:schemeClr>
              </a:solidFill>
              <a:ln>
                <a:noFill/>
              </a:ln>
              <a:effectLst>
                <a:softEdge rad="38100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pt-BR"/>
                </a:defPPr>
              </a:lstStyle>
              <a:p>
                <a:pPr algn="ctr" rtl="0"/>
                <a:endParaRPr lang="pt-BR" dirty="0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56E92718-2CCD-B15D-8DE5-46285BEA256B}"/>
                  </a:ext>
                </a:extLst>
              </p:cNvPr>
              <p:cNvSpPr/>
              <p:nvPr userDrawn="1"/>
            </p:nvSpPr>
            <p:spPr>
              <a:xfrm rot="13500000" flipV="1">
                <a:off x="1512277" y="2840042"/>
                <a:ext cx="214196" cy="933178"/>
              </a:xfrm>
              <a:prstGeom prst="ellipse">
                <a:avLst/>
              </a:prstGeom>
              <a:solidFill>
                <a:schemeClr val="bg2">
                  <a:lumMod val="90000"/>
                  <a:lumOff val="10000"/>
                </a:schemeClr>
              </a:solidFill>
              <a:ln>
                <a:noFill/>
              </a:ln>
              <a:effectLst>
                <a:innerShdw blurRad="1270000" dist="2540000">
                  <a:schemeClr val="accent1">
                    <a:lumMod val="60000"/>
                    <a:lumOff val="40000"/>
                    <a:alpha val="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pt-BR"/>
                </a:defPPr>
              </a:lstStyle>
              <a:p>
                <a:pPr algn="ctr" rtl="0"/>
                <a:endParaRPr lang="pt-BR" dirty="0"/>
              </a:p>
            </p:txBody>
          </p:sp>
        </p:grpSp>
      </p:grpSp>
      <p:grpSp>
        <p:nvGrpSpPr>
          <p:cNvPr id="19" name="Grupo 18">
            <a:extLst>
              <a:ext uri="{FF2B5EF4-FFF2-40B4-BE49-F238E27FC236}">
                <a16:creationId xmlns:a16="http://schemas.microsoft.com/office/drawing/2014/main" id="{AEA0B78B-84F0-8B85-40E8-678689DC1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723112" y="5088958"/>
            <a:ext cx="1335600" cy="1262947"/>
            <a:chOff x="10145015" y="2343978"/>
            <a:chExt cx="1335600" cy="1262947"/>
          </a:xfrm>
        </p:grpSpPr>
        <p:sp>
          <p:nvSpPr>
            <p:cNvPr id="20" name="Forma livre: Forma 25">
              <a:extLst>
                <a:ext uri="{FF2B5EF4-FFF2-40B4-BE49-F238E27FC236}">
                  <a16:creationId xmlns:a16="http://schemas.microsoft.com/office/drawing/2014/main" id="{2E5D7C6F-BF77-9B7D-5B12-7AF3ED280B43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400615" y="2343978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732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FA599EE6-2673-0AD8-EAE0-45C79326015E}"/>
                </a:ext>
              </a:extLst>
            </p:cNvPr>
            <p:cNvSpPr/>
            <p:nvPr/>
          </p:nvSpPr>
          <p:spPr>
            <a:xfrm rot="13500000">
              <a:off x="10415015" y="21798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0">
                  <a:schemeClr val="bg2">
                    <a:lumMod val="75000"/>
                    <a:lumOff val="25000"/>
                    <a:alpha val="33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</p:grpSp>
      <p:grpSp>
        <p:nvGrpSpPr>
          <p:cNvPr id="12" name="Grupo 11">
            <a:extLst>
              <a:ext uri="{FF2B5EF4-FFF2-40B4-BE49-F238E27FC236}">
                <a16:creationId xmlns:a16="http://schemas.microsoft.com/office/drawing/2014/main" id="{3BDBC526-6DCD-4FF6-8395-D8C22E46E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13" name="Forma livre: Forma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pt-BR"/>
              </a:defPPr>
            </a:lstStyle>
            <a:p>
              <a:pPr algn="ctr" rtl="0"/>
              <a:endParaRPr lang="pt-BR" dirty="0">
                <a:solidFill>
                  <a:schemeClr val="tx1"/>
                </a:solidFill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sp>
          <p:nvSpPr>
            <p:cNvPr id="16" name="Forma Livre: Forma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pt-BR"/>
              </a:defPPr>
            </a:lstStyle>
            <a:p>
              <a:pPr algn="ctr" rtl="0"/>
              <a:endParaRPr lang="pt-BR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2" y="498474"/>
            <a:ext cx="7960421" cy="1450217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pt-BR" sz="4000" dirty="0"/>
            </a:lvl1pPr>
          </a:lstStyle>
          <a:p>
            <a:pPr lvl="0" rtl="0">
              <a:lnSpc>
                <a:spcPct val="100000"/>
              </a:lnSpc>
            </a:pPr>
            <a:r>
              <a:rPr lang="pt-BR"/>
              <a:t>Clique para adicionar um título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1343" y="2103039"/>
            <a:ext cx="7929940" cy="3979625"/>
          </a:xfrm>
        </p:spPr>
        <p:txBody>
          <a:bodyPr rtlCol="0">
            <a:normAutofit/>
          </a:bodyPr>
          <a:lstStyle>
            <a:lvl1pPr>
              <a:defRPr lang="pt-BR" sz="1800">
                <a:solidFill>
                  <a:schemeClr val="tx1"/>
                </a:solidFill>
              </a:defRPr>
            </a:lvl1pPr>
            <a:lvl2pPr>
              <a:defRPr lang="pt-BR" sz="1200">
                <a:solidFill>
                  <a:schemeClr val="tx1"/>
                </a:solidFill>
              </a:defRPr>
            </a:lvl2pPr>
            <a:lvl3pPr>
              <a:defRPr lang="pt-BR" sz="1200">
                <a:solidFill>
                  <a:schemeClr val="tx1"/>
                </a:solidFill>
              </a:defRPr>
            </a:lvl3pPr>
            <a:lvl4pPr>
              <a:defRPr lang="pt-BR" sz="1200">
                <a:solidFill>
                  <a:schemeClr val="tx1"/>
                </a:solidFill>
              </a:defRPr>
            </a:lvl4pPr>
            <a:lvl5pPr>
              <a:defRPr lang="pt-BR"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/>
              <a:t>20XX</a:t>
            </a:r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DBA1B0FB-D917-4C8C-928F-313BD683BF39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609946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is Conteúdo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>
            <a:extLst>
              <a:ext uri="{FF2B5EF4-FFF2-40B4-BE49-F238E27FC236}">
                <a16:creationId xmlns:a16="http://schemas.microsoft.com/office/drawing/2014/main" id="{94729CA3-91C4-4A89-9448-A2F0E40917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11069864" y="33337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pt-BR"/>
            </a:defPPr>
          </a:lstStyle>
          <a:p>
            <a:pPr algn="ctr" rtl="0"/>
            <a:endParaRPr lang="pt-BR" dirty="0"/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168347B7-45FA-4A01-924D-DC385B720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31786" y="5528198"/>
            <a:ext cx="631474" cy="667800"/>
            <a:chOff x="2994153" y="1378666"/>
            <a:chExt cx="631474" cy="667800"/>
          </a:xfrm>
        </p:grpSpPr>
        <p:sp>
          <p:nvSpPr>
            <p:cNvPr id="20" name="Forma Livre: Forma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508635"/>
            <a:ext cx="11090274" cy="1332000"/>
          </a:xfrm>
        </p:spPr>
        <p:txBody>
          <a:bodyPr rtlCol="0">
            <a:normAutofit/>
          </a:bodyPr>
          <a:lstStyle>
            <a:lvl1pPr>
              <a:lnSpc>
                <a:spcPct val="100000"/>
              </a:lnSpc>
              <a:defRPr lang="pt-BR" sz="4000"/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0862" y="2097175"/>
            <a:ext cx="5435600" cy="3995650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None/>
              <a:defRPr lang="pt-BR" sz="1800">
                <a:solidFill>
                  <a:schemeClr val="tx1"/>
                </a:solidFill>
              </a:defRPr>
            </a:lvl1pPr>
            <a:lvl2pPr marL="228600">
              <a:spcBef>
                <a:spcPts val="1000"/>
              </a:spcBef>
              <a:defRPr lang="pt-BR" sz="1800">
                <a:solidFill>
                  <a:schemeClr val="tx1"/>
                </a:solidFill>
              </a:defRPr>
            </a:lvl2pPr>
            <a:lvl3pPr marL="411480" indent="-228600">
              <a:spcBef>
                <a:spcPts val="1000"/>
              </a:spcBef>
              <a:defRPr lang="pt-BR" sz="1800">
                <a:solidFill>
                  <a:schemeClr val="tx1"/>
                </a:solidFill>
              </a:defRPr>
            </a:lvl3pPr>
            <a:lvl4pPr marL="594360">
              <a:spcBef>
                <a:spcPts val="1000"/>
              </a:spcBef>
              <a:defRPr lang="pt-BR" sz="1800">
                <a:solidFill>
                  <a:schemeClr val="tx1"/>
                </a:solidFill>
              </a:defRPr>
            </a:lvl4pPr>
            <a:lvl5pPr marL="777240">
              <a:spcBef>
                <a:spcPts val="1000"/>
              </a:spcBef>
              <a:defRPr lang="pt-BR" sz="18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1" name="Espaço Reservado para Conteúdo 2">
            <a:extLst>
              <a:ext uri="{FF2B5EF4-FFF2-40B4-BE49-F238E27FC236}">
                <a16:creationId xmlns:a16="http://schemas.microsoft.com/office/drawing/2014/main" id="{6B65629D-0977-C0EA-5E0B-C4822F43DAEE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205540" y="2097175"/>
            <a:ext cx="5435600" cy="3995650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None/>
              <a:defRPr lang="pt-BR" sz="1800">
                <a:solidFill>
                  <a:schemeClr val="tx1"/>
                </a:solidFill>
              </a:defRPr>
            </a:lvl1pPr>
            <a:lvl2pPr marL="228600">
              <a:spcBef>
                <a:spcPts val="1000"/>
              </a:spcBef>
              <a:defRPr lang="pt-BR" sz="1800">
                <a:solidFill>
                  <a:schemeClr val="tx1"/>
                </a:solidFill>
              </a:defRPr>
            </a:lvl2pPr>
            <a:lvl3pPr marL="411480" indent="-228600">
              <a:spcBef>
                <a:spcPts val="1000"/>
              </a:spcBef>
              <a:defRPr lang="pt-BR" sz="1800">
                <a:solidFill>
                  <a:schemeClr val="tx1"/>
                </a:solidFill>
              </a:defRPr>
            </a:lvl3pPr>
            <a:lvl4pPr marL="594360">
              <a:spcBef>
                <a:spcPts val="1000"/>
              </a:spcBef>
              <a:defRPr lang="pt-BR" sz="1800">
                <a:solidFill>
                  <a:schemeClr val="tx1"/>
                </a:solidFill>
              </a:defRPr>
            </a:lvl4pPr>
            <a:lvl5pPr marL="777240">
              <a:spcBef>
                <a:spcPts val="1000"/>
              </a:spcBef>
              <a:defRPr lang="pt-BR" sz="18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/>
              <a:t>20XX</a:t>
            </a:r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7" name="Espaço Reservado para o Número do Slide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DBA1B0FB-D917-4C8C-928F-313BD683BF39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06119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údo + imagem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974" y="196900"/>
            <a:ext cx="4899628" cy="2331490"/>
          </a:xfrm>
        </p:spPr>
        <p:txBody>
          <a:bodyPr rtlCol="0" anchor="b" anchorCtr="0">
            <a:noAutofit/>
          </a:bodyPr>
          <a:lstStyle>
            <a:lvl1pPr algn="r">
              <a:defRPr lang="pt-BR" sz="4000"/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3162" y="2827209"/>
            <a:ext cx="4917440" cy="3442144"/>
          </a:xfrm>
        </p:spPr>
        <p:txBody>
          <a:bodyPr rtlCol="0">
            <a:normAutofit/>
          </a:bodyPr>
          <a:lstStyle>
            <a:lvl1pPr marL="0" indent="0" algn="r">
              <a:buNone/>
              <a:defRPr lang="pt-BR" sz="1800">
                <a:solidFill>
                  <a:schemeClr val="tx1"/>
                </a:solidFill>
              </a:defRPr>
            </a:lvl1pPr>
            <a:lvl2pPr algn="r">
              <a:defRPr lang="pt-BR" sz="1200">
                <a:solidFill>
                  <a:schemeClr val="tx1"/>
                </a:solidFill>
              </a:defRPr>
            </a:lvl2pPr>
            <a:lvl3pPr algn="r">
              <a:defRPr lang="pt-BR" sz="1200">
                <a:solidFill>
                  <a:schemeClr val="tx1"/>
                </a:solidFill>
              </a:defRPr>
            </a:lvl3pPr>
            <a:lvl4pPr algn="r">
              <a:defRPr lang="pt-BR" sz="1200">
                <a:solidFill>
                  <a:schemeClr val="tx1"/>
                </a:solidFill>
              </a:defRPr>
            </a:lvl4pPr>
            <a:lvl5pPr algn="r">
              <a:defRPr lang="pt-BR"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8" name="Espaço Reservado para Imagem 7">
            <a:extLst>
              <a:ext uri="{FF2B5EF4-FFF2-40B4-BE49-F238E27FC236}">
                <a16:creationId xmlns:a16="http://schemas.microsoft.com/office/drawing/2014/main" id="{BC013AD6-0EF3-2B25-DDBD-2DF706123AE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5588" y="0"/>
            <a:ext cx="6095998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pt-BR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Clique no ícone para adicionar uma imagem</a:t>
            </a: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A904CD02-7C7D-28DD-85A8-2FD92C29D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803321" y="682622"/>
            <a:ext cx="734257" cy="760506"/>
            <a:chOff x="5243759" y="1363788"/>
            <a:chExt cx="734257" cy="760506"/>
          </a:xfrm>
        </p:grpSpPr>
        <p:sp>
          <p:nvSpPr>
            <p:cNvPr id="9" name="Forma Livre 5">
              <a:extLst>
                <a:ext uri="{FF2B5EF4-FFF2-40B4-BE49-F238E27FC236}">
                  <a16:creationId xmlns:a16="http://schemas.microsoft.com/office/drawing/2014/main" id="{FB7341D0-DC30-9661-B3E0-91DE7C379468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sp>
          <p:nvSpPr>
            <p:cNvPr id="10" name="Forma Livre 6">
              <a:extLst>
                <a:ext uri="{FF2B5EF4-FFF2-40B4-BE49-F238E27FC236}">
                  <a16:creationId xmlns:a16="http://schemas.microsoft.com/office/drawing/2014/main" id="{92A118B5-9F91-EA1B-3F95-6BFA5095544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sp>
          <p:nvSpPr>
            <p:cNvPr id="11" name="Forma Livre 8">
              <a:extLst>
                <a:ext uri="{FF2B5EF4-FFF2-40B4-BE49-F238E27FC236}">
                  <a16:creationId xmlns:a16="http://schemas.microsoft.com/office/drawing/2014/main" id="{208891A5-91FA-D924-CB46-E74B50635001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</p:grpSp>
      <p:sp>
        <p:nvSpPr>
          <p:cNvPr id="15" name="Oval 14">
            <a:extLst>
              <a:ext uri="{FF2B5EF4-FFF2-40B4-BE49-F238E27FC236}">
                <a16:creationId xmlns:a16="http://schemas.microsoft.com/office/drawing/2014/main" id="{BE5F7483-2261-D4C4-30E3-2D379D8CA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189378" y="5232629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pt-BR"/>
            </a:defPPr>
          </a:lstStyle>
          <a:p>
            <a:pPr algn="ctr" rtl="0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35617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>
            <a:extLst>
              <a:ext uri="{FF2B5EF4-FFF2-40B4-BE49-F238E27FC236}">
                <a16:creationId xmlns:a16="http://schemas.microsoft.com/office/drawing/2014/main" id="{94729CA3-91C4-4A89-9448-A2F0E40917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11069864" y="33337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pt-BR"/>
            </a:defPPr>
          </a:lstStyle>
          <a:p>
            <a:pPr algn="ctr" rtl="0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0863" y="488315"/>
            <a:ext cx="11090274" cy="1332000"/>
          </a:xfrm>
        </p:spPr>
        <p:txBody>
          <a:bodyPr rtlCol="0">
            <a:normAutofit/>
          </a:bodyPr>
          <a:lstStyle>
            <a:lvl1pPr>
              <a:lnSpc>
                <a:spcPct val="100000"/>
              </a:lnSpc>
              <a:defRPr lang="pt-BR" sz="4000"/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6EFC6ED4-22DD-0C3B-D15A-218307AB6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379261" y="2030035"/>
            <a:ext cx="1335600" cy="1262947"/>
            <a:chOff x="10145015" y="2343978"/>
            <a:chExt cx="1335600" cy="1262947"/>
          </a:xfrm>
        </p:grpSpPr>
        <p:sp>
          <p:nvSpPr>
            <p:cNvPr id="12" name="Forma Livre: Forma 25">
              <a:extLst>
                <a:ext uri="{FF2B5EF4-FFF2-40B4-BE49-F238E27FC236}">
                  <a16:creationId xmlns:a16="http://schemas.microsoft.com/office/drawing/2014/main" id="{E4CD0F67-4BE8-1120-FCAE-806F9E18DD58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400615" y="2343978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732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9B74B85-E3CB-E24E-54C6-AB161411D93A}"/>
                </a:ext>
              </a:extLst>
            </p:cNvPr>
            <p:cNvSpPr/>
            <p:nvPr/>
          </p:nvSpPr>
          <p:spPr>
            <a:xfrm rot="13500000">
              <a:off x="10415015" y="21798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accent1">
                    <a:lumMod val="60000"/>
                    <a:lumOff val="40000"/>
                    <a:alpha val="0"/>
                  </a:schemeClr>
                </a:gs>
                <a:gs pos="0">
                  <a:schemeClr val="bg2">
                    <a:lumMod val="75000"/>
                    <a:lumOff val="25000"/>
                    <a:alpha val="33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</p:grpSp>
      <p:sp>
        <p:nvSpPr>
          <p:cNvPr id="15" name="Forma livre: Forma 21">
            <a:extLst>
              <a:ext uri="{FF2B5EF4-FFF2-40B4-BE49-F238E27FC236}">
                <a16:creationId xmlns:a16="http://schemas.microsoft.com/office/drawing/2014/main" id="{5781DEED-6608-D622-CA5E-C91FD8645E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4295775" y="0"/>
            <a:ext cx="360000" cy="274638"/>
          </a:xfrm>
          <a:custGeom>
            <a:avLst/>
            <a:gdLst>
              <a:gd name="connsiteX0" fmla="*/ 30714 w 360000"/>
              <a:gd name="connsiteY0" fmla="*/ 0 h 274638"/>
              <a:gd name="connsiteX1" fmla="*/ 329286 w 360000"/>
              <a:gd name="connsiteY1" fmla="*/ 0 h 274638"/>
              <a:gd name="connsiteX2" fmla="*/ 345855 w 360000"/>
              <a:gd name="connsiteY2" fmla="*/ 24574 h 274638"/>
              <a:gd name="connsiteX3" fmla="*/ 360000 w 360000"/>
              <a:gd name="connsiteY3" fmla="*/ 94638 h 274638"/>
              <a:gd name="connsiteX4" fmla="*/ 180000 w 360000"/>
              <a:gd name="connsiteY4" fmla="*/ 274638 h 274638"/>
              <a:gd name="connsiteX5" fmla="*/ 0 w 360000"/>
              <a:gd name="connsiteY5" fmla="*/ 94638 h 274638"/>
              <a:gd name="connsiteX6" fmla="*/ 14145 w 360000"/>
              <a:gd name="connsiteY6" fmla="*/ 24574 h 274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0000" h="274638">
                <a:moveTo>
                  <a:pt x="30714" y="0"/>
                </a:moveTo>
                <a:lnTo>
                  <a:pt x="329286" y="0"/>
                </a:lnTo>
                <a:lnTo>
                  <a:pt x="345855" y="24574"/>
                </a:lnTo>
                <a:cubicBezTo>
                  <a:pt x="354963" y="46109"/>
                  <a:pt x="360000" y="69785"/>
                  <a:pt x="360000" y="94638"/>
                </a:cubicBezTo>
                <a:cubicBezTo>
                  <a:pt x="360000" y="194049"/>
                  <a:pt x="279411" y="274638"/>
                  <a:pt x="180000" y="274638"/>
                </a:cubicBezTo>
                <a:cubicBezTo>
                  <a:pt x="80589" y="274638"/>
                  <a:pt x="0" y="194049"/>
                  <a:pt x="0" y="94638"/>
                </a:cubicBezTo>
                <a:cubicBezTo>
                  <a:pt x="0" y="69785"/>
                  <a:pt x="5037" y="46109"/>
                  <a:pt x="14145" y="24574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pt-BR"/>
            </a:defPPr>
          </a:lstStyle>
          <a:p>
            <a:pPr algn="ctr" rtl="0"/>
            <a:endParaRPr lang="pt-BR" dirty="0"/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168347B7-45FA-4A01-924D-DC385B720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31786" y="5528198"/>
            <a:ext cx="631474" cy="667800"/>
            <a:chOff x="2994153" y="1378666"/>
            <a:chExt cx="631474" cy="667800"/>
          </a:xfrm>
        </p:grpSpPr>
        <p:sp>
          <p:nvSpPr>
            <p:cNvPr id="20" name="Forma Livre: Forma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</p:grp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0862" y="1965095"/>
            <a:ext cx="5435600" cy="3995650"/>
          </a:xfrm>
        </p:spPr>
        <p:txBody>
          <a:bodyPr rtlCol="0">
            <a:normAutofit/>
          </a:bodyPr>
          <a:lstStyle>
            <a:lvl1pPr marL="0" indent="0">
              <a:buNone/>
              <a:defRPr lang="pt-BR" sz="1800">
                <a:solidFill>
                  <a:schemeClr val="tx1"/>
                </a:solidFill>
              </a:defRPr>
            </a:lvl1pPr>
            <a:lvl2pPr>
              <a:defRPr lang="pt-BR" sz="1800">
                <a:solidFill>
                  <a:schemeClr val="tx1"/>
                </a:solidFill>
              </a:defRPr>
            </a:lvl2pPr>
            <a:lvl3pPr>
              <a:defRPr lang="pt-BR" sz="1800">
                <a:solidFill>
                  <a:schemeClr val="tx1"/>
                </a:solidFill>
              </a:defRPr>
            </a:lvl3pPr>
            <a:lvl4pPr>
              <a:defRPr lang="pt-BR" sz="1800">
                <a:solidFill>
                  <a:schemeClr val="tx1"/>
                </a:solidFill>
              </a:defRPr>
            </a:lvl4pPr>
            <a:lvl5pPr>
              <a:defRPr lang="pt-BR" sz="18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6" name="Espaço Reservado para Conteúdo 2">
            <a:extLst>
              <a:ext uri="{FF2B5EF4-FFF2-40B4-BE49-F238E27FC236}">
                <a16:creationId xmlns:a16="http://schemas.microsoft.com/office/drawing/2014/main" id="{C4B946DE-F802-2F36-2789-09D7F8604081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301305" y="1965095"/>
            <a:ext cx="5339397" cy="3995650"/>
          </a:xfrm>
        </p:spPr>
        <p:txBody>
          <a:bodyPr rtlCol="0">
            <a:normAutofit/>
          </a:bodyPr>
          <a:lstStyle>
            <a:lvl1pPr marL="0" indent="0">
              <a:buNone/>
              <a:defRPr lang="pt-BR" sz="1800">
                <a:solidFill>
                  <a:schemeClr val="tx1"/>
                </a:solidFill>
              </a:defRPr>
            </a:lvl1pPr>
            <a:lvl2pPr>
              <a:defRPr lang="pt-BR" sz="1800">
                <a:solidFill>
                  <a:schemeClr val="tx1"/>
                </a:solidFill>
              </a:defRPr>
            </a:lvl2pPr>
            <a:lvl3pPr>
              <a:defRPr lang="pt-BR" sz="1800">
                <a:solidFill>
                  <a:schemeClr val="tx1"/>
                </a:solidFill>
              </a:defRPr>
            </a:lvl3pPr>
            <a:lvl4pPr>
              <a:defRPr lang="pt-BR" sz="1800">
                <a:solidFill>
                  <a:schemeClr val="tx1"/>
                </a:solidFill>
              </a:defRPr>
            </a:lvl4pPr>
            <a:lvl5pPr>
              <a:defRPr lang="pt-BR" sz="18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/>
              <a:t>20XX</a:t>
            </a:r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7" name="Espaço Reservado para o Número do Slide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DBA1B0FB-D917-4C8C-928F-313BD683BF39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171650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cerram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E57989ED-9663-5033-AA83-267069FC5C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5303845" y="5427212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pt-BR"/>
            </a:defPPr>
          </a:lstStyle>
          <a:p>
            <a:pPr algn="ctr" rtl="0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9536" y="549274"/>
            <a:ext cx="5179330" cy="2841829"/>
          </a:xfrm>
        </p:spPr>
        <p:txBody>
          <a:bodyPr vert="horz" wrap="square" lIns="0" tIns="0" rIns="0" bIns="0" rtlCol="0" anchor="b" anchorCtr="0">
            <a:normAutofit/>
          </a:bodyPr>
          <a:lstStyle>
            <a:lvl1pPr>
              <a:defRPr lang="pt-BR" sz="5400" dirty="0"/>
            </a:lvl1pPr>
          </a:lstStyle>
          <a:p>
            <a:pPr lvl="0" rtl="0">
              <a:lnSpc>
                <a:spcPct val="100000"/>
              </a:lnSpc>
            </a:pPr>
            <a:r>
              <a:rPr lang="pt-BR"/>
              <a:t>Clique para adicionar um título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537" y="3646704"/>
            <a:ext cx="5179330" cy="2706160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None/>
              <a:defRPr lang="pt-BR" sz="1800">
                <a:solidFill>
                  <a:schemeClr val="tx1"/>
                </a:solidFill>
              </a:defRPr>
            </a:lvl1pPr>
            <a:lvl2pPr marL="457200" indent="0">
              <a:spcBef>
                <a:spcPts val="1000"/>
              </a:spcBef>
              <a:buNone/>
              <a:defRPr lang="pt-BR" sz="1200">
                <a:solidFill>
                  <a:schemeClr val="tx1"/>
                </a:solidFill>
              </a:defRPr>
            </a:lvl2pPr>
            <a:lvl3pPr marL="914400" indent="0">
              <a:spcBef>
                <a:spcPts val="1000"/>
              </a:spcBef>
              <a:buNone/>
              <a:defRPr lang="pt-BR" sz="1200">
                <a:solidFill>
                  <a:schemeClr val="tx1"/>
                </a:solidFill>
              </a:defRPr>
            </a:lvl3pPr>
            <a:lvl4pPr marL="1371600" indent="0">
              <a:spcBef>
                <a:spcPts val="1000"/>
              </a:spcBef>
              <a:buNone/>
              <a:defRPr lang="pt-BR" sz="1200">
                <a:solidFill>
                  <a:schemeClr val="tx1"/>
                </a:solidFill>
              </a:defRPr>
            </a:lvl4pPr>
            <a:lvl5pPr marL="1828800" indent="0">
              <a:spcBef>
                <a:spcPts val="1000"/>
              </a:spcBef>
              <a:buNone/>
              <a:defRPr lang="pt-BR"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pt-BR"/>
              <a:t>Clique para adicionar conteúdo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20" name="Espaço Reservado para Imagem 19">
            <a:extLst>
              <a:ext uri="{FF2B5EF4-FFF2-40B4-BE49-F238E27FC236}">
                <a16:creationId xmlns:a16="http://schemas.microsoft.com/office/drawing/2014/main" id="{5392876F-0BBD-F80A-DE7F-8831AD3BF35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26138" y="549275"/>
            <a:ext cx="5654675" cy="57880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pt-BR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pt-BR"/>
              <a:t>Clique no ícone para inserir a imagem</a:t>
            </a: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64E08E8E-10CB-55BC-8AFF-E64C800B9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94036" y="5610392"/>
            <a:ext cx="667802" cy="631474"/>
            <a:chOff x="10478914" y="1506691"/>
            <a:chExt cx="667802" cy="631474"/>
          </a:xfrm>
        </p:grpSpPr>
        <p:sp>
          <p:nvSpPr>
            <p:cNvPr id="10" name="Forma Livre: Forma 15">
              <a:extLst>
                <a:ext uri="{FF2B5EF4-FFF2-40B4-BE49-F238E27FC236}">
                  <a16:creationId xmlns:a16="http://schemas.microsoft.com/office/drawing/2014/main" id="{B439260B-AC6B-1C83-1A63-058A7E7EFCC9}"/>
                </a:ext>
              </a:extLst>
            </p:cNvPr>
            <p:cNvSpPr>
              <a:spLocks noChangeAspect="1"/>
            </p:cNvSpPr>
            <p:nvPr/>
          </p:nvSpPr>
          <p:spPr>
            <a:xfrm rot="8100000">
              <a:off x="10606715" y="1506691"/>
              <a:ext cx="540001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80000"/>
                    <a:lumOff val="20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101600" dist="50800" dir="732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ADD32DC-9BAF-DA32-4E29-A6D403E04377}"/>
                </a:ext>
              </a:extLst>
            </p:cNvPr>
            <p:cNvSpPr/>
            <p:nvPr/>
          </p:nvSpPr>
          <p:spPr>
            <a:xfrm rot="13500000">
              <a:off x="10613915" y="1424627"/>
              <a:ext cx="270000" cy="540001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</p:grpSp>
      <p:grpSp>
        <p:nvGrpSpPr>
          <p:cNvPr id="12" name="Grupo 11">
            <a:extLst>
              <a:ext uri="{FF2B5EF4-FFF2-40B4-BE49-F238E27FC236}">
                <a16:creationId xmlns:a16="http://schemas.microsoft.com/office/drawing/2014/main" id="{3BDBC526-6DCD-4FF6-8395-D8C22E46E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13998" y="5334748"/>
            <a:ext cx="678135" cy="990000"/>
            <a:chOff x="10490969" y="1448827"/>
            <a:chExt cx="678135" cy="990000"/>
          </a:xfrm>
        </p:grpSpPr>
        <p:sp>
          <p:nvSpPr>
            <p:cNvPr id="13" name="Forma livre: Forma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pt-BR"/>
              </a:defPPr>
            </a:lstStyle>
            <a:p>
              <a:pPr algn="ctr" rtl="0"/>
              <a:endParaRPr lang="pt-BR" dirty="0">
                <a:solidFill>
                  <a:schemeClr val="tx1"/>
                </a:solidFill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sp>
          <p:nvSpPr>
            <p:cNvPr id="16" name="Forma Livre: Forma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pt-BR"/>
              </a:defPPr>
            </a:lstStyle>
            <a:p>
              <a:pPr algn="ctr" rtl="0"/>
              <a:endParaRPr lang="pt-BR" dirty="0">
                <a:solidFill>
                  <a:schemeClr val="tx1"/>
                </a:solidFill>
              </a:endParaRPr>
            </a:p>
          </p:txBody>
        </p:sp>
      </p:grp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/>
              <a:t>20XX</a:t>
            </a:r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DBA1B0FB-D917-4C8C-928F-313BD683BF39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16071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577394-0A20-4CF6-9066-CFC2C1C9D30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59149" y="389840"/>
            <a:ext cx="8281987" cy="2954655"/>
          </a:xfrm>
        </p:spPr>
        <p:txBody>
          <a:bodyPr rtlCol="0" anchor="t" anchorCtr="0">
            <a:normAutofit/>
          </a:bodyPr>
          <a:lstStyle>
            <a:lvl1pPr algn="l">
              <a:lnSpc>
                <a:spcPct val="100000"/>
              </a:lnSpc>
              <a:defRPr lang="pt-BR" sz="6400"/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F10971F-8922-4B23-9C80-0643D7E3502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59149" y="3536951"/>
            <a:ext cx="8281989" cy="2555874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lang="pt-BR" sz="2400">
                <a:solidFill>
                  <a:schemeClr val="tx1"/>
                </a:solidFill>
              </a:defRPr>
            </a:lvl1pPr>
            <a:lvl2pPr marL="457200" indent="0" algn="ctr">
              <a:buNone/>
              <a:defRPr lang="pt-BR" sz="2000"/>
            </a:lvl2pPr>
            <a:lvl3pPr marL="914400" indent="0" algn="ctr">
              <a:buNone/>
              <a:defRPr lang="pt-BR" sz="1800"/>
            </a:lvl3pPr>
            <a:lvl4pPr marL="1371600" indent="0" algn="ctr">
              <a:buNone/>
              <a:defRPr lang="pt-BR" sz="1600"/>
            </a:lvl4pPr>
            <a:lvl5pPr marL="1828800" indent="0" algn="ctr">
              <a:buNone/>
              <a:defRPr lang="pt-BR" sz="1600"/>
            </a:lvl5pPr>
            <a:lvl6pPr marL="2286000" indent="0" algn="ctr">
              <a:buNone/>
              <a:defRPr lang="pt-BR" sz="1600"/>
            </a:lvl6pPr>
            <a:lvl7pPr marL="2743200" indent="0" algn="ctr">
              <a:buNone/>
              <a:defRPr lang="pt-BR" sz="1600"/>
            </a:lvl7pPr>
            <a:lvl8pPr marL="3200400" indent="0" algn="ctr">
              <a:buNone/>
              <a:defRPr lang="pt-BR" sz="1600"/>
            </a:lvl8pPr>
            <a:lvl9pPr marL="3657600" indent="0" algn="ctr">
              <a:buNone/>
              <a:defRPr lang="pt-BR" sz="1600"/>
            </a:lvl9pPr>
          </a:lstStyle>
          <a:p>
            <a:pPr rtl="0"/>
            <a:r>
              <a:rPr lang="pt-BR"/>
              <a:t>Clique para adicionar um subtítulo 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B1BC074-1090-47AF-BDE8-3859BF57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/>
              <a:t>20XX</a:t>
            </a:r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1D6522F-D41A-4734-8BD1-BD6E5A37D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D74D4206-406C-42A3-BBD4-44C043180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DBA1B0FB-D917-4C8C-928F-313BD683BF39}" type="slidenum">
              <a:rPr lang="pt-BR" smtClean="0"/>
              <a:t>‹nº›</a:t>
            </a:fld>
            <a:endParaRPr lang="pt-BR" dirty="0"/>
          </a:p>
        </p:txBody>
      </p:sp>
      <p:sp>
        <p:nvSpPr>
          <p:cNvPr id="19" name="Forma Livre: Forma 18">
            <a:extLst>
              <a:ext uri="{FF2B5EF4-FFF2-40B4-BE49-F238E27FC236}">
                <a16:creationId xmlns:a16="http://schemas.microsoft.com/office/drawing/2014/main" id="{82184FF4-7029-4ED7-813A-192E60608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 rot="2700000">
            <a:off x="612445" y="481888"/>
            <a:ext cx="1080000" cy="1262947"/>
          </a:xfrm>
          <a:custGeom>
            <a:avLst/>
            <a:gdLst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0 w 1080000"/>
              <a:gd name="connsiteY9" fmla="*/ 931034 h 1262947"/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540000 w 1080000"/>
              <a:gd name="connsiteY9" fmla="*/ 0 h 1262947"/>
              <a:gd name="connsiteX0" fmla="*/ 540000 w 1080000"/>
              <a:gd name="connsiteY0" fmla="*/ 0 h 1262947"/>
              <a:gd name="connsiteX1" fmla="*/ 1064374 w 1080000"/>
              <a:gd name="connsiteY1" fmla="*/ 931034 h 1262947"/>
              <a:gd name="connsiteX2" fmla="*/ 1069029 w 1080000"/>
              <a:gd name="connsiteY2" fmla="*/ 938533 h 1262947"/>
              <a:gd name="connsiteX3" fmla="*/ 1080000 w 1080000"/>
              <a:gd name="connsiteY3" fmla="*/ 992947 h 1262947"/>
              <a:gd name="connsiteX4" fmla="*/ 540000 w 1080000"/>
              <a:gd name="connsiteY4" fmla="*/ 1262947 h 1262947"/>
              <a:gd name="connsiteX5" fmla="*/ 0 w 1080000"/>
              <a:gd name="connsiteY5" fmla="*/ 992947 h 1262947"/>
              <a:gd name="connsiteX6" fmla="*/ 10971 w 1080000"/>
              <a:gd name="connsiteY6" fmla="*/ 938533 h 1262947"/>
              <a:gd name="connsiteX7" fmla="*/ 15626 w 1080000"/>
              <a:gd name="connsiteY7" fmla="*/ 931034 h 1262947"/>
              <a:gd name="connsiteX8" fmla="*/ 540000 w 1080000"/>
              <a:gd name="connsiteY8" fmla="*/ 0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80000" h="1262947">
                <a:moveTo>
                  <a:pt x="540000" y="0"/>
                </a:moveTo>
                <a:lnTo>
                  <a:pt x="1064374" y="931034"/>
                </a:lnTo>
                <a:lnTo>
                  <a:pt x="1069029" y="938533"/>
                </a:lnTo>
                <a:cubicBezTo>
                  <a:pt x="1076223" y="956109"/>
                  <a:pt x="1080000" y="974307"/>
                  <a:pt x="1080000" y="992947"/>
                </a:cubicBezTo>
                <a:cubicBezTo>
                  <a:pt x="1080000" y="1142064"/>
                  <a:pt x="838234" y="1262947"/>
                  <a:pt x="540000" y="1262947"/>
                </a:cubicBez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lnTo>
                  <a:pt x="540000" y="0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600000" scaled="0"/>
          </a:gradFill>
          <a:ln>
            <a:noFill/>
          </a:ln>
          <a:effectLst>
            <a:innerShdw blurRad="254000" dist="101600" dir="27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pt-BR"/>
            </a:defPPr>
          </a:lstStyle>
          <a:p>
            <a:pPr algn="ctr" rtl="0"/>
            <a:endParaRPr lang="pt-BR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AA7AB09-557C-41AD-9113-FF9F68FA10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8100000">
            <a:off x="626845" y="828962"/>
            <a:ext cx="540000" cy="1080000"/>
          </a:xfrm>
          <a:prstGeom prst="ellipse">
            <a:avLst/>
          </a:prstGeom>
          <a:gradFill>
            <a:gsLst>
              <a:gs pos="100000">
                <a:schemeClr val="bg2">
                  <a:lumMod val="90000"/>
                  <a:lumOff val="10000"/>
                </a:schemeClr>
              </a:gs>
              <a:gs pos="50000">
                <a:schemeClr val="bg2">
                  <a:lumMod val="95000"/>
                  <a:lumOff val="5000"/>
                </a:schemeClr>
              </a:gs>
            </a:gsLst>
            <a:lin ang="5400000" scaled="0"/>
          </a:gra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pt-BR"/>
            </a:defPPr>
          </a:lstStyle>
          <a:p>
            <a:pPr algn="ctr" rtl="0"/>
            <a:endParaRPr lang="pt-BR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F99ECAA-1F11-4937-BBA6-51935AB44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1800802" y="2472855"/>
            <a:ext cx="360000" cy="36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pt-BR"/>
            </a:defPPr>
          </a:lstStyle>
          <a:p>
            <a:pPr algn="ctr" rtl="0"/>
            <a:endParaRPr lang="pt-BR" dirty="0"/>
          </a:p>
        </p:txBody>
      </p:sp>
      <p:grpSp>
        <p:nvGrpSpPr>
          <p:cNvPr id="34" name="Grupo 33">
            <a:extLst>
              <a:ext uri="{FF2B5EF4-FFF2-40B4-BE49-F238E27FC236}">
                <a16:creationId xmlns:a16="http://schemas.microsoft.com/office/drawing/2014/main" id="{79DE9FAB-6BBA-4CFE-B67D-77B47F01EC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329952" y="4524379"/>
            <a:ext cx="1980001" cy="1363916"/>
            <a:chOff x="4879602" y="3781429"/>
            <a:chExt cx="1980001" cy="1363916"/>
          </a:xfrm>
        </p:grpSpPr>
        <p:sp>
          <p:nvSpPr>
            <p:cNvPr id="35" name="Forma livre: Forma 34">
              <a:extLst>
                <a:ext uri="{FF2B5EF4-FFF2-40B4-BE49-F238E27FC236}">
                  <a16:creationId xmlns:a16="http://schemas.microsoft.com/office/drawing/2014/main" id="{79FAC916-D9BB-4794-81B4-7C47C67E850D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5005634" y="4191206"/>
              <a:ext cx="1853969" cy="926985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254000" dist="50800" dir="16200000">
                <a:schemeClr val="accent1">
                  <a:lumMod val="40000"/>
                  <a:lumOff val="6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sp>
          <p:nvSpPr>
            <p:cNvPr id="36" name="Forma Livre: Forma 35">
              <a:extLst>
                <a:ext uri="{FF2B5EF4-FFF2-40B4-BE49-F238E27FC236}">
                  <a16:creationId xmlns:a16="http://schemas.microsoft.com/office/drawing/2014/main" id="{B5CA2231-7A65-4D16-8400-A210CC41DB73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957101" y="4052255"/>
              <a:ext cx="1853969" cy="1093090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40000"/>
              </a:schemeClr>
            </a:solidFill>
            <a:ln>
              <a:noFill/>
            </a:ln>
            <a:effectLst>
              <a:softEdge rad="190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pt-BR"/>
              </a:defPPr>
            </a:lstStyle>
            <a:p>
              <a:pPr algn="ctr" rtl="0"/>
              <a:endParaRPr lang="pt-BR" dirty="0">
                <a:solidFill>
                  <a:schemeClr val="tx1"/>
                </a:solidFill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B089C8C-B82B-4704-88E2-E857A5E21529}"/>
                </a:ext>
              </a:extLst>
            </p:cNvPr>
            <p:cNvSpPr/>
            <p:nvPr/>
          </p:nvSpPr>
          <p:spPr>
            <a:xfrm rot="13500000" flipV="1">
              <a:off x="6040374" y="3601683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34B90C8-5B4D-456E-AD99-80EF748FDD72}"/>
                </a:ext>
              </a:extLst>
            </p:cNvPr>
            <p:cNvSpPr/>
            <p:nvPr/>
          </p:nvSpPr>
          <p:spPr>
            <a:xfrm rot="13500000" flipV="1">
              <a:off x="5059348" y="4582709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3412362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8028302-E866-455D-8898-53623027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50800"/>
            <a:ext cx="11090275" cy="1333057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>
            <a:defPPr>
              <a:defRPr lang="pt-BR"/>
            </a:defPPr>
          </a:lstStyle>
          <a:p>
            <a:pPr lvl="0" rtl="0">
              <a:lnSpc>
                <a:spcPct val="100000"/>
              </a:lnSpc>
            </a:pPr>
            <a:r>
              <a:rPr lang="pt-BR"/>
              <a:t>Clique para editar o estilo de título Mestre</a:t>
            </a:r>
            <a:endParaRPr lang="pt-BR" dirty="0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C94E72B-F0CF-4BC4-B509-A1C4508BE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0863" y="2113862"/>
            <a:ext cx="11091600" cy="3978963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>
            <a:defPPr>
              <a:defRPr lang="pt-BR"/>
            </a:def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4ACE49D-C22F-4540-AC09-E421D2A2E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0863" y="6507212"/>
            <a:ext cx="262890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lang="pt-BR"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pPr rtl="0"/>
            <a:r>
              <a:rPr lang="pt-BR"/>
              <a:t>20XX</a:t>
            </a:r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CD5C3BE-317E-49E8-82B5-C8A7EC9C8A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59150" y="6507212"/>
            <a:ext cx="6379210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lang="pt-BR"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pPr rtl="0"/>
            <a:endParaRPr lang="pt-BR" dirty="0"/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45574E12-6C16-431F-B2CE-E4B15916BA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48863" y="6507212"/>
            <a:ext cx="1692274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lang="pt-BR" sz="100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pPr rtl="0"/>
            <a:fld id="{DBA1B0FB-D917-4C8C-928F-313BD683BF39}" type="slidenum">
              <a:rPr lang="pt-BR" smtClean="0"/>
              <a:pPr rtl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2125571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7" r:id="rId3"/>
    <p:sldLayoutId id="2147483703" r:id="rId4"/>
    <p:sldLayoutId id="2147483704" r:id="rId5"/>
    <p:sldLayoutId id="2147483699" r:id="rId6"/>
    <p:sldLayoutId id="2147483688" r:id="rId7"/>
    <p:sldLayoutId id="2147483686" r:id="rId8"/>
    <p:sldLayoutId id="2147483685" r:id="rId9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pt-BR" sz="4800" kern="1200" dirty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spcAft>
          <a:spcPts val="800"/>
        </a:spcAft>
        <a:buFont typeface="Arial" panose="020B0604020202020204" pitchFamily="34" charset="0"/>
        <a:buChar char="•"/>
        <a:defRPr lang="pt-BR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lang="pt-BR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lang="pt-BR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lang="pt-BR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spcAft>
          <a:spcPts val="800"/>
        </a:spcAft>
        <a:buFont typeface="Arial" panose="020B0604020202020204" pitchFamily="34" charset="0"/>
        <a:buChar char="•"/>
        <a:defRPr lang="pt-BR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2" pos="3840">
          <p15:clr>
            <a:srgbClr val="F26B43"/>
          </p15:clr>
        </p15:guide>
        <p15:guide id="33" orient="horz" pos="2160">
          <p15:clr>
            <a:srgbClr val="F26B43"/>
          </p15:clr>
        </p15:guide>
        <p15:guide id="34" pos="347">
          <p15:clr>
            <a:srgbClr val="F26B43"/>
          </p15:clr>
        </p15:guide>
        <p15:guide id="35" pos="7333">
          <p15:clr>
            <a:srgbClr val="F26B43"/>
          </p15:clr>
        </p15:guide>
        <p15:guide id="36" orient="horz" pos="346">
          <p15:clr>
            <a:srgbClr val="F26B43"/>
          </p15:clr>
        </p15:guide>
        <p15:guide id="37" orient="horz" pos="3974">
          <p15:clr>
            <a:srgbClr val="F26B43"/>
          </p15:clr>
        </p15:guide>
        <p15:guide id="38" pos="824">
          <p15:clr>
            <a:srgbClr val="A4A3A4"/>
          </p15:clr>
        </p15:guide>
        <p15:guide id="39" pos="937">
          <p15:clr>
            <a:srgbClr val="A4A3A4"/>
          </p15:clr>
        </p15:guide>
        <p15:guide id="40" pos="1413">
          <p15:clr>
            <a:srgbClr val="A4A3A4"/>
          </p15:clr>
        </p15:guide>
        <p15:guide id="41" pos="1527">
          <p15:clr>
            <a:srgbClr val="A4A3A4"/>
          </p15:clr>
        </p15:guide>
        <p15:guide id="42" pos="2003">
          <p15:clr>
            <a:srgbClr val="A4A3A4"/>
          </p15:clr>
        </p15:guide>
        <p15:guide id="43" pos="2116">
          <p15:clr>
            <a:srgbClr val="A4A3A4"/>
          </p15:clr>
        </p15:guide>
        <p15:guide id="44" pos="2593">
          <p15:clr>
            <a:srgbClr val="A4A3A4"/>
          </p15:clr>
        </p15:guide>
        <p15:guide id="45" pos="2706">
          <p15:clr>
            <a:srgbClr val="A4A3A4"/>
          </p15:clr>
        </p15:guide>
        <p15:guide id="46" pos="3182">
          <p15:clr>
            <a:srgbClr val="A4A3A4"/>
          </p15:clr>
        </p15:guide>
        <p15:guide id="47" pos="3318">
          <p15:clr>
            <a:srgbClr val="A4A3A4"/>
          </p15:clr>
        </p15:guide>
        <p15:guide id="48" pos="3772">
          <p15:clr>
            <a:srgbClr val="A4A3A4"/>
          </p15:clr>
        </p15:guide>
        <p15:guide id="49" pos="3908">
          <p15:clr>
            <a:srgbClr val="A4A3A4"/>
          </p15:clr>
        </p15:guide>
        <p15:guide id="50" pos="4362">
          <p15:clr>
            <a:srgbClr val="A4A3A4"/>
          </p15:clr>
        </p15:guide>
        <p15:guide id="51" pos="4498">
          <p15:clr>
            <a:srgbClr val="A4A3A4"/>
          </p15:clr>
        </p15:guide>
        <p15:guide id="52" pos="4951">
          <p15:clr>
            <a:srgbClr val="A4A3A4"/>
          </p15:clr>
        </p15:guide>
        <p15:guide id="53" pos="5087">
          <p15:clr>
            <a:srgbClr val="A4A3A4"/>
          </p15:clr>
        </p15:guide>
        <p15:guide id="54" pos="5541">
          <p15:clr>
            <a:srgbClr val="A4A3A4"/>
          </p15:clr>
        </p15:guide>
        <p15:guide id="55" pos="5677">
          <p15:clr>
            <a:srgbClr val="A4A3A4"/>
          </p15:clr>
        </p15:guide>
        <p15:guide id="56" pos="6153">
          <p15:clr>
            <a:srgbClr val="A4A3A4"/>
          </p15:clr>
        </p15:guide>
        <p15:guide id="57" pos="6267">
          <p15:clr>
            <a:srgbClr val="A4A3A4"/>
          </p15:clr>
        </p15:guide>
        <p15:guide id="58" pos="6743">
          <p15:clr>
            <a:srgbClr val="A4A3A4"/>
          </p15:clr>
        </p15:guide>
        <p15:guide id="59" pos="6856">
          <p15:clr>
            <a:srgbClr val="A4A3A4"/>
          </p15:clr>
        </p15:guide>
        <p15:guide id="60" orient="horz" pos="3838">
          <p15:clr>
            <a:srgbClr val="A4A3A4"/>
          </p15:clr>
        </p15:guide>
        <p15:guide id="61" orient="horz" pos="2092">
          <p15:clr>
            <a:srgbClr val="A4A3A4"/>
          </p15:clr>
        </p15:guide>
        <p15:guide id="62" orient="horz" pos="2228">
          <p15:clr>
            <a:srgbClr val="A4A3A4"/>
          </p15:clr>
        </p15:guide>
        <p15:guide id="63" orient="horz" pos="845">
          <p15:clr>
            <a:srgbClr val="A4A3A4"/>
          </p15:clr>
        </p15:guide>
        <p15:guide id="64" orient="horz" pos="958">
          <p15:clr>
            <a:srgbClr val="A4A3A4"/>
          </p15:clr>
        </p15:guide>
        <p15:guide id="65" orient="horz" pos="1480">
          <p15:clr>
            <a:srgbClr val="A4A3A4"/>
          </p15:clr>
        </p15:guide>
        <p15:guide id="66" orient="horz" pos="1593">
          <p15:clr>
            <a:srgbClr val="A4A3A4"/>
          </p15:clr>
        </p15:guide>
        <p15:guide id="67" orient="horz" pos="2727">
          <p15:clr>
            <a:srgbClr val="A4A3A4"/>
          </p15:clr>
        </p15:guide>
        <p15:guide id="68" orient="horz" pos="2840">
          <p15:clr>
            <a:srgbClr val="A4A3A4"/>
          </p15:clr>
        </p15:guide>
        <p15:guide id="69" orient="horz" pos="3339">
          <p15:clr>
            <a:srgbClr val="A4A3A4"/>
          </p15:clr>
        </p15:guide>
        <p15:guide id="70" orient="horz" pos="3475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10047101-8D42-6100-9CEA-AEC0FAEAB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8020" y="662937"/>
            <a:ext cx="4624442" cy="5542025"/>
          </a:xfrm>
          <a:noFill/>
        </p:spPr>
        <p:txBody>
          <a:bodyPr rtlCol="0" anchor="ctr">
            <a:noAutofit/>
          </a:bodyPr>
          <a:lstStyle>
            <a:defPPr>
              <a:defRPr lang="pt-BR"/>
            </a:defPPr>
          </a:lstStyle>
          <a:p>
            <a:pPr rtl="0">
              <a:lnSpc>
                <a:spcPct val="100000"/>
              </a:lnSpc>
            </a:pPr>
            <a:r>
              <a:rPr lang="pt-BR" dirty="0"/>
              <a:t>Plataforma de Telemedicina</a:t>
            </a:r>
            <a:br>
              <a:rPr lang="pt-BR" dirty="0"/>
            </a:br>
            <a:br>
              <a:rPr lang="pt-BR" dirty="0"/>
            </a:br>
            <a:r>
              <a:rPr lang="pt-BR" sz="2800" dirty="0"/>
              <a:t>Práticas Extensionistas III</a:t>
            </a:r>
            <a:br>
              <a:rPr lang="pt-BR" sz="2800" dirty="0"/>
            </a:br>
            <a:r>
              <a:rPr lang="pt-BR" sz="2800" dirty="0"/>
              <a:t>Entrega Final do Projeto</a:t>
            </a:r>
            <a:br>
              <a:rPr lang="pt-BR" sz="2800" dirty="0"/>
            </a:br>
            <a:br>
              <a:rPr lang="pt-BR" sz="2800" dirty="0"/>
            </a:br>
            <a:r>
              <a:rPr lang="pt-BR" sz="1600" dirty="0"/>
              <a:t>Lucas Schwertz</a:t>
            </a:r>
            <a:br>
              <a:rPr lang="pt-BR" sz="1600" dirty="0"/>
            </a:br>
            <a:r>
              <a:rPr lang="pt-BR" sz="1600" dirty="0"/>
              <a:t>Análise e Desenvolvimento de Sistemas - UNOESC</a:t>
            </a:r>
            <a:br>
              <a:rPr lang="pt-BR" sz="1600" dirty="0"/>
            </a:br>
            <a:r>
              <a:rPr lang="pt-BR" sz="1600" dirty="0"/>
              <a:t>2026</a:t>
            </a:r>
            <a:endParaRPr lang="pt-BR" sz="2800" dirty="0"/>
          </a:p>
        </p:txBody>
      </p:sp>
      <p:pic>
        <p:nvPicPr>
          <p:cNvPr id="8" name="Espaço Reservado para Imagem 13" descr="Tela de fundo digital de pontos de dados">
            <a:extLst>
              <a:ext uri="{FF2B5EF4-FFF2-40B4-BE49-F238E27FC236}">
                <a16:creationId xmlns:a16="http://schemas.microsoft.com/office/drawing/2014/main" id="{53227D59-33F9-9DDB-1C5C-A938A989EE5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6" r="7936"/>
          <a:stretch/>
        </p:blipFill>
        <p:spPr>
          <a:xfrm>
            <a:off x="0" y="0"/>
            <a:ext cx="6267450" cy="6858000"/>
          </a:xfrm>
        </p:spPr>
      </p:pic>
      <p:pic>
        <p:nvPicPr>
          <p:cNvPr id="3" name="Gráfico 2" descr="Médico com preenchimento sólido">
            <a:extLst>
              <a:ext uri="{FF2B5EF4-FFF2-40B4-BE49-F238E27FC236}">
                <a16:creationId xmlns:a16="http://schemas.microsoft.com/office/drawing/2014/main" id="{A4E5EE07-B524-4832-A6B6-7572E67DDD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28062" y="20573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0920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D5BE93-0252-3CC3-B567-14EC47EB8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483925"/>
            <a:ext cx="11090275" cy="636664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 dirty="0"/>
              <a:t>Problema Identificado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ABCA07C-1908-B1EB-82FA-EC63DAAF4CF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63" y="1236176"/>
            <a:ext cx="7526337" cy="4976365"/>
          </a:xfrm>
        </p:spPr>
        <p:txBody>
          <a:bodyPr rtlCol="0">
            <a:normAutofit/>
          </a:bodyPr>
          <a:lstStyle>
            <a:defPPr>
              <a:defRPr lang="pt-BR"/>
            </a:defPPr>
          </a:lstStyle>
          <a:p>
            <a:pPr rtl="0"/>
            <a:r>
              <a:rPr lang="pt-BR" dirty="0"/>
              <a:t>O acesso aos serviços médicos ainda apresenta desafios para muitos pacientes, principalmente quando há necessidade de agendamento rápido e acompanhamento remoto.</a:t>
            </a:r>
          </a:p>
          <a:p>
            <a:pPr rtl="0"/>
            <a:r>
              <a:rPr lang="pt-BR" dirty="0"/>
              <a:t>Entre os principais problemas identificados estão:</a:t>
            </a:r>
          </a:p>
          <a:p>
            <a:pPr rtl="0"/>
            <a:r>
              <a:rPr lang="pt-BR" dirty="0"/>
              <a:t>• Dificuldade para agendar consultas de forma prática;</a:t>
            </a:r>
          </a:p>
          <a:p>
            <a:pPr rtl="0"/>
            <a:r>
              <a:rPr lang="pt-BR" dirty="0"/>
              <a:t>• Falta de centralização das informações dos pacientes;</a:t>
            </a:r>
          </a:p>
          <a:p>
            <a:pPr rtl="0"/>
            <a:r>
              <a:rPr lang="pt-BR" dirty="0"/>
              <a:t>• Necessidade de acesso remoto aos serviços médicos;</a:t>
            </a:r>
          </a:p>
          <a:p>
            <a:pPr rtl="0"/>
            <a:r>
              <a:rPr lang="pt-BR" dirty="0"/>
              <a:t>• Controle limitado do histórico de atendimentos;</a:t>
            </a:r>
          </a:p>
          <a:p>
            <a:pPr rtl="0"/>
            <a:r>
              <a:rPr lang="pt-BR" dirty="0"/>
              <a:t>• Comunicação pouco eficiente entre pacientes e profissionais.</a:t>
            </a:r>
          </a:p>
        </p:txBody>
      </p:sp>
      <p:pic>
        <p:nvPicPr>
          <p:cNvPr id="1028" name="Picture 4" descr="Telemedicina - ícones de comunicações grátis">
            <a:extLst>
              <a:ext uri="{FF2B5EF4-FFF2-40B4-BE49-F238E27FC236}">
                <a16:creationId xmlns:a16="http://schemas.microsoft.com/office/drawing/2014/main" id="{BE90AEB8-DFD1-484B-A89F-43AEAE8287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0258" y="483925"/>
            <a:ext cx="3845859" cy="3845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elemedicina - ícones de comunicações grátis">
            <a:extLst>
              <a:ext uri="{FF2B5EF4-FFF2-40B4-BE49-F238E27FC236}">
                <a16:creationId xmlns:a16="http://schemas.microsoft.com/office/drawing/2014/main" id="{151A567F-00F6-471A-9806-FAA4C5D348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2235" y="1982153"/>
            <a:ext cx="3639671" cy="3639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5045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D5BE93-0252-3CC3-B567-14EC47EB8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161195"/>
            <a:ext cx="11090275" cy="636664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 dirty="0"/>
              <a:t>Solução Proposta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ABCA07C-1908-B1EB-82FA-EC63DAAF4CF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63" y="1236176"/>
            <a:ext cx="7526337" cy="4976365"/>
          </a:xfrm>
        </p:spPr>
        <p:txBody>
          <a:bodyPr rtlCol="0">
            <a:normAutofit lnSpcReduction="10000"/>
          </a:bodyPr>
          <a:lstStyle>
            <a:defPPr>
              <a:defRPr lang="pt-BR"/>
            </a:defPPr>
          </a:lstStyle>
          <a:p>
            <a:pPr rtl="0"/>
            <a:r>
              <a:rPr lang="pt-BR" dirty="0"/>
              <a:t>Para solucionar os problemas identificados, foi desenvolvida uma Plataforma de Telemedicina com foco na organização e gestão dos atendimentos médicos.</a:t>
            </a:r>
          </a:p>
          <a:p>
            <a:pPr rtl="0"/>
            <a:r>
              <a:rPr lang="pt-BR" dirty="0"/>
              <a:t>A solução permite:</a:t>
            </a:r>
          </a:p>
          <a:p>
            <a:pPr rtl="0"/>
            <a:r>
              <a:rPr lang="pt-BR" dirty="0"/>
              <a:t>• Cadastro e gerenciamento de pacientes;</a:t>
            </a:r>
          </a:p>
          <a:p>
            <a:pPr rtl="0"/>
            <a:r>
              <a:rPr lang="pt-BR" dirty="0"/>
              <a:t>• Cadastro e gerenciamento de médicos;</a:t>
            </a:r>
          </a:p>
          <a:p>
            <a:pPr rtl="0"/>
            <a:r>
              <a:rPr lang="pt-BR" dirty="0"/>
              <a:t>• Agendamento e controle de consultas;</a:t>
            </a:r>
          </a:p>
          <a:p>
            <a:pPr rtl="0"/>
            <a:r>
              <a:rPr lang="pt-BR" dirty="0"/>
              <a:t>• Registro de prontuários;</a:t>
            </a:r>
          </a:p>
          <a:p>
            <a:pPr rtl="0"/>
            <a:r>
              <a:rPr lang="pt-BR" dirty="0"/>
              <a:t>• Autenticação e controle de acesso de usuários;</a:t>
            </a:r>
          </a:p>
          <a:p>
            <a:pPr rtl="0"/>
            <a:r>
              <a:rPr lang="pt-BR" dirty="0"/>
              <a:t>• Centralização das informações em um único ambiente.</a:t>
            </a:r>
          </a:p>
          <a:p>
            <a:pPr rtl="0"/>
            <a:r>
              <a:rPr lang="pt-BR" dirty="0"/>
              <a:t>O objetivo é proporcionar mais praticidade, organização e acessibilidade aos serviços de saúde.</a:t>
            </a:r>
          </a:p>
        </p:txBody>
      </p:sp>
      <p:pic>
        <p:nvPicPr>
          <p:cNvPr id="2050" name="Picture 2" descr="Como o Power BI Transforma a Gestão de Dados Clínicos e Melhora a  Eficiência em Instituições de Saúde - BI por Luiz Farias">
            <a:extLst>
              <a:ext uri="{FF2B5EF4-FFF2-40B4-BE49-F238E27FC236}">
                <a16:creationId xmlns:a16="http://schemas.microsoft.com/office/drawing/2014/main" id="{14372808-1CD5-403B-AF5A-124FAF9AFA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6942" y="1801906"/>
            <a:ext cx="6263340" cy="3523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4203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3" y="196900"/>
            <a:ext cx="4159160" cy="1945665"/>
          </a:xfrm>
          <a:noFill/>
        </p:spPr>
        <p:txBody>
          <a:bodyPr rtlCol="0">
            <a:noAutofit/>
          </a:bodyPr>
          <a:lstStyle>
            <a:defPPr>
              <a:defRPr lang="pt-BR"/>
            </a:defPPr>
          </a:lstStyle>
          <a:p>
            <a:pPr rtl="0"/>
            <a:r>
              <a:rPr lang="pt-BR" dirty="0"/>
              <a:t>Estrutura do Banco de Dados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2446868-83F0-CEEF-5E60-6D55C93B52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3" y="2788024"/>
            <a:ext cx="4827961" cy="3092823"/>
          </a:xfrm>
          <a:noFill/>
        </p:spPr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 sz="1400" dirty="0"/>
              <a:t>O banco de dados foi modelado para suportar o gerenciamento completo da plataforma de telemedicina.</a:t>
            </a:r>
          </a:p>
          <a:p>
            <a:pPr rtl="0"/>
            <a:r>
              <a:rPr lang="pt-BR" sz="1400" dirty="0"/>
              <a:t>As entidades principais são:</a:t>
            </a:r>
          </a:p>
          <a:p>
            <a:pPr rtl="0"/>
            <a:r>
              <a:rPr lang="pt-BR" sz="1400" dirty="0"/>
              <a:t>• Usuários</a:t>
            </a:r>
          </a:p>
          <a:p>
            <a:pPr rtl="0"/>
            <a:r>
              <a:rPr lang="pt-BR" sz="1400" dirty="0"/>
              <a:t>• Pacientes</a:t>
            </a:r>
          </a:p>
          <a:p>
            <a:pPr rtl="0"/>
            <a:r>
              <a:rPr lang="pt-BR" sz="1400" dirty="0"/>
              <a:t>• Médicos</a:t>
            </a:r>
          </a:p>
          <a:p>
            <a:pPr rtl="0"/>
            <a:r>
              <a:rPr lang="pt-BR" sz="1400" dirty="0"/>
              <a:t>• Consultas</a:t>
            </a:r>
          </a:p>
          <a:p>
            <a:pPr rtl="0"/>
            <a:r>
              <a:rPr lang="pt-BR" sz="1400" dirty="0"/>
              <a:t>• Prontuários</a:t>
            </a:r>
          </a:p>
          <a:p>
            <a:pPr rtl="0"/>
            <a:r>
              <a:rPr lang="pt-BR" sz="1400" dirty="0"/>
              <a:t>Os relacionamentos garantem a integridade e organização das informações do sistema.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B6376D2-FE2C-4761-B319-7EDB435673FB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6216015" y="196899"/>
            <a:ext cx="5079514" cy="6526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5921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72343A-9CB0-F2AD-EF62-5DEE3E97F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215974"/>
            <a:ext cx="7960421" cy="559361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 dirty="0"/>
              <a:t>Funcionalidades da Plataforma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C6744DD-5BC8-42C8-4313-13CE95ED57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343" y="1147483"/>
            <a:ext cx="7929940" cy="4935182"/>
          </a:xfrm>
        </p:spPr>
        <p:txBody>
          <a:bodyPr rtlCol="0">
            <a:normAutofit fontScale="92500" lnSpcReduction="10000"/>
          </a:bodyPr>
          <a:lstStyle>
            <a:defPPr>
              <a:defRPr lang="pt-BR"/>
            </a:defPPr>
          </a:lstStyle>
          <a:p>
            <a:pPr marL="0" indent="0" rtl="0">
              <a:buNone/>
            </a:pPr>
            <a:r>
              <a:rPr lang="pt-BR" dirty="0"/>
              <a:t>A plataforma de telemedicina desenvolvida contempla as principais funcionalidades necessárias para o gerenciamento dos atendimentos médicos.</a:t>
            </a:r>
          </a:p>
          <a:p>
            <a:pPr marL="0" indent="0" rtl="0">
              <a:buNone/>
            </a:pPr>
            <a:r>
              <a:rPr lang="pt-BR" dirty="0"/>
              <a:t>Funcionalidades implementadas:</a:t>
            </a:r>
          </a:p>
          <a:p>
            <a:pPr marL="0" indent="0" rtl="0">
              <a:buNone/>
            </a:pPr>
            <a:r>
              <a:rPr lang="pt-BR" dirty="0"/>
              <a:t>• Autenticação de usuários</a:t>
            </a:r>
          </a:p>
          <a:p>
            <a:pPr marL="0" indent="0" rtl="0">
              <a:buNone/>
            </a:pPr>
            <a:r>
              <a:rPr lang="pt-BR" dirty="0"/>
              <a:t>• Cadastro de pacientes</a:t>
            </a:r>
          </a:p>
          <a:p>
            <a:pPr marL="0" indent="0" rtl="0">
              <a:buNone/>
            </a:pPr>
            <a:r>
              <a:rPr lang="pt-BR" dirty="0"/>
              <a:t>• Consulta de pacientes</a:t>
            </a:r>
          </a:p>
          <a:p>
            <a:pPr marL="0" indent="0" rtl="0">
              <a:buNone/>
            </a:pPr>
            <a:r>
              <a:rPr lang="pt-BR" dirty="0"/>
              <a:t>• Atualização de registros</a:t>
            </a:r>
          </a:p>
          <a:p>
            <a:pPr marL="0" indent="0" rtl="0">
              <a:buNone/>
            </a:pPr>
            <a:r>
              <a:rPr lang="pt-BR" dirty="0"/>
              <a:t>• Exclusão de registros</a:t>
            </a:r>
          </a:p>
          <a:p>
            <a:pPr marL="0" indent="0" rtl="0">
              <a:buNone/>
            </a:pPr>
            <a:r>
              <a:rPr lang="pt-BR" dirty="0"/>
              <a:t>• Gerenciamento de consultas</a:t>
            </a:r>
          </a:p>
          <a:p>
            <a:pPr marL="0" indent="0" rtl="0">
              <a:buNone/>
            </a:pPr>
            <a:r>
              <a:rPr lang="pt-BR" dirty="0"/>
              <a:t>• Registro de prontuários</a:t>
            </a:r>
          </a:p>
          <a:p>
            <a:pPr marL="0" indent="0" rtl="0">
              <a:buNone/>
            </a:pPr>
            <a:r>
              <a:rPr lang="pt-BR" dirty="0"/>
              <a:t>• Formulário de contato com os desenvolvedores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00CDC5E-87A8-4E21-807D-E0D1017F2C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9885" y="1694554"/>
            <a:ext cx="6562795" cy="4760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8417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476CC09F-7383-3A4C-555C-35DA0BB4B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08635"/>
            <a:ext cx="11090274" cy="755389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 dirty="0"/>
              <a:t>Demonstração do Protótipo</a:t>
            </a:r>
          </a:p>
        </p:txBody>
      </p:sp>
      <p:sp>
        <p:nvSpPr>
          <p:cNvPr id="7" name="Espaço Reservado para Conteúdo 6">
            <a:extLst>
              <a:ext uri="{FF2B5EF4-FFF2-40B4-BE49-F238E27FC236}">
                <a16:creationId xmlns:a16="http://schemas.microsoft.com/office/drawing/2014/main" id="{845A03A5-6D4D-7072-B3BD-F2DA38CADEB0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550863" y="1953739"/>
            <a:ext cx="5435600" cy="3995650"/>
          </a:xfrm>
        </p:spPr>
        <p:txBody>
          <a:bodyPr rtlCol="0">
            <a:normAutofit/>
          </a:bodyPr>
          <a:lstStyle>
            <a:defPPr>
              <a:defRPr lang="pt-BR"/>
            </a:defPPr>
          </a:lstStyle>
          <a:p>
            <a:pPr rtl="0"/>
            <a:r>
              <a:rPr lang="pt-BR" dirty="0"/>
              <a:t>Funcionalidades demonstradas:</a:t>
            </a:r>
          </a:p>
          <a:p>
            <a:pPr rtl="0"/>
            <a:r>
              <a:rPr lang="pt-BR" dirty="0"/>
              <a:t>• Interface principal da solução</a:t>
            </a:r>
          </a:p>
          <a:p>
            <a:pPr rtl="0"/>
            <a:r>
              <a:rPr lang="pt-BR" dirty="0"/>
              <a:t>• Autenticação de usuários</a:t>
            </a:r>
          </a:p>
          <a:p>
            <a:pPr rtl="0"/>
            <a:r>
              <a:rPr lang="pt-BR" dirty="0"/>
              <a:t>• Cadastro e gerenciamento de pacientes</a:t>
            </a:r>
          </a:p>
          <a:p>
            <a:pPr rtl="0"/>
            <a:r>
              <a:rPr lang="pt-BR" dirty="0"/>
              <a:t>• Consulta e pesquisa de informações</a:t>
            </a:r>
          </a:p>
          <a:p>
            <a:pPr rtl="0"/>
            <a:r>
              <a:rPr lang="pt-BR" dirty="0"/>
              <a:t>• Formulário de contato com os desenvolvedores</a:t>
            </a:r>
          </a:p>
          <a:p>
            <a:pPr rtl="0"/>
            <a:r>
              <a:rPr lang="pt-BR" dirty="0"/>
              <a:t>• Publicação do projeto no GitHub</a:t>
            </a:r>
          </a:p>
        </p:txBody>
      </p:sp>
    </p:spTree>
    <p:extLst>
      <p:ext uri="{BB962C8B-B14F-4D97-AF65-F5344CB8AC3E}">
        <p14:creationId xmlns:p14="http://schemas.microsoft.com/office/powerpoint/2010/main" val="233018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476CC09F-7383-3A4C-555C-35DA0BB4B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08635"/>
            <a:ext cx="11090274" cy="1332000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 dirty="0"/>
              <a:t>Tecnologias Utilizadas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BE7E655-DBBE-1E38-D543-EB34028F2F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2" y="2097175"/>
            <a:ext cx="2326810" cy="3995650"/>
          </a:xfrm>
        </p:spPr>
        <p:txBody>
          <a:bodyPr rtlCol="0">
            <a:normAutofit fontScale="40000" lnSpcReduction="20000"/>
          </a:bodyPr>
          <a:lstStyle>
            <a:defPPr>
              <a:defRPr lang="pt-BR"/>
            </a:defPPr>
          </a:lstStyle>
          <a:p>
            <a:pPr marL="0" lvl="1" indent="0" rtl="0">
              <a:buNone/>
            </a:pPr>
            <a:r>
              <a:rPr lang="pt-BR" sz="6400" dirty="0" err="1"/>
              <a:t>Frontend</a:t>
            </a:r>
            <a:endParaRPr lang="pt-BR" sz="6400" dirty="0"/>
          </a:p>
          <a:p>
            <a:pPr marL="0" lvl="1" indent="0" rtl="0">
              <a:buNone/>
            </a:pPr>
            <a:r>
              <a:rPr lang="pt-BR" sz="6400" dirty="0"/>
              <a:t>• HTML5</a:t>
            </a:r>
          </a:p>
          <a:p>
            <a:pPr marL="0" lvl="1" indent="0" rtl="0">
              <a:buNone/>
            </a:pPr>
            <a:r>
              <a:rPr lang="pt-BR" sz="6400" dirty="0"/>
              <a:t>• CSS3</a:t>
            </a:r>
          </a:p>
          <a:p>
            <a:pPr marL="0" lvl="1" indent="0" rtl="0">
              <a:buNone/>
            </a:pPr>
            <a:r>
              <a:rPr lang="pt-BR" sz="6400" dirty="0"/>
              <a:t>• </a:t>
            </a:r>
            <a:r>
              <a:rPr lang="pt-BR" sz="6400" dirty="0" err="1"/>
              <a:t>JavaScript</a:t>
            </a:r>
            <a:endParaRPr lang="pt-BR" sz="6400" dirty="0"/>
          </a:p>
          <a:p>
            <a:pPr marL="0" lvl="1" indent="0" rtl="0">
              <a:buNone/>
            </a:pPr>
            <a:r>
              <a:rPr lang="pt-BR" sz="6400" dirty="0" err="1"/>
              <a:t>Backend</a:t>
            </a:r>
            <a:endParaRPr lang="pt-BR" sz="6400" dirty="0"/>
          </a:p>
          <a:p>
            <a:pPr marL="0" lvl="1" indent="0" rtl="0">
              <a:buNone/>
            </a:pPr>
            <a:r>
              <a:rPr lang="pt-BR" sz="6400" dirty="0"/>
              <a:t>• Python</a:t>
            </a:r>
          </a:p>
          <a:p>
            <a:pPr marL="0" lvl="1" indent="0" rtl="0">
              <a:buNone/>
            </a:pPr>
            <a:r>
              <a:rPr lang="pt-BR" sz="6400" dirty="0"/>
              <a:t>• </a:t>
            </a:r>
            <a:r>
              <a:rPr lang="pt-BR" sz="6400" dirty="0" err="1"/>
              <a:t>Flask</a:t>
            </a:r>
            <a:endParaRPr lang="pt-BR" dirty="0"/>
          </a:p>
        </p:txBody>
      </p:sp>
      <p:sp>
        <p:nvSpPr>
          <p:cNvPr id="8" name="Espaço Reservado para Conteúdo 5">
            <a:extLst>
              <a:ext uri="{FF2B5EF4-FFF2-40B4-BE49-F238E27FC236}">
                <a16:creationId xmlns:a16="http://schemas.microsoft.com/office/drawing/2014/main" id="{ED606F20-B143-43F8-B7AD-C18311FA0FE5}"/>
              </a:ext>
            </a:extLst>
          </p:cNvPr>
          <p:cNvSpPr txBox="1">
            <a:spLocks/>
          </p:cNvSpPr>
          <p:nvPr/>
        </p:nvSpPr>
        <p:spPr>
          <a:xfrm>
            <a:off x="4118815" y="2097175"/>
            <a:ext cx="2326810" cy="3995650"/>
          </a:xfrm>
          <a:prstGeom prst="rect">
            <a:avLst/>
          </a:prstGeom>
        </p:spPr>
        <p:txBody>
          <a:bodyPr vert="horz" wrap="square" lIns="0" tIns="0" rIns="0" bIns="0" rtlCol="0">
            <a:normAutofit fontScale="40000" lnSpcReduction="20000"/>
          </a:bodyPr>
          <a:lstStyle>
            <a:defPPr>
              <a:defRPr lang="pt-BR"/>
            </a:defPPr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800"/>
              </a:spcAft>
              <a:buFont typeface="Arial" panose="020B0604020202020204" pitchFamily="34" charset="0"/>
              <a:buNone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1148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pt-B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buFont typeface="Arial" panose="020B0604020202020204" pitchFamily="34" charset="0"/>
              <a:buNone/>
            </a:pPr>
            <a:r>
              <a:rPr lang="pt-BR" sz="6600" dirty="0"/>
              <a:t>Banco de Dados</a:t>
            </a:r>
            <a:br>
              <a:rPr lang="pt-BR" sz="6600" dirty="0"/>
            </a:br>
            <a:r>
              <a:rPr lang="pt-BR" sz="6600" dirty="0"/>
              <a:t>• </a:t>
            </a:r>
            <a:r>
              <a:rPr lang="pt-BR" sz="6600" dirty="0" err="1"/>
              <a:t>SQLite</a:t>
            </a:r>
            <a:br>
              <a:rPr lang="pt-BR" sz="6600" dirty="0"/>
            </a:br>
            <a:br>
              <a:rPr lang="pt-BR" sz="6600" dirty="0"/>
            </a:br>
            <a:r>
              <a:rPr lang="pt-BR" sz="6600" dirty="0"/>
              <a:t>Versionamento</a:t>
            </a:r>
            <a:br>
              <a:rPr lang="pt-BR" sz="6600" dirty="0"/>
            </a:br>
            <a:r>
              <a:rPr lang="pt-BR" sz="6600" dirty="0"/>
              <a:t>• Git</a:t>
            </a:r>
            <a:br>
              <a:rPr lang="pt-BR" sz="6600" dirty="0"/>
            </a:br>
            <a:r>
              <a:rPr lang="pt-BR" sz="6600" dirty="0"/>
              <a:t>• GitHub</a:t>
            </a:r>
            <a:br>
              <a:rPr lang="pt-BR" sz="6600" dirty="0"/>
            </a:br>
            <a:br>
              <a:rPr lang="pt-BR" sz="6600" dirty="0"/>
            </a:br>
            <a:r>
              <a:rPr lang="pt-BR" sz="6600" dirty="0"/>
              <a:t>Modelagem</a:t>
            </a:r>
            <a:br>
              <a:rPr lang="pt-BR" sz="6600" dirty="0"/>
            </a:br>
            <a:r>
              <a:rPr lang="pt-BR" sz="6600" dirty="0"/>
              <a:t>• UML</a:t>
            </a:r>
            <a:br>
              <a:rPr lang="pt-BR" sz="6600" dirty="0"/>
            </a:br>
            <a:r>
              <a:rPr lang="pt-BR" sz="6600" dirty="0"/>
              <a:t>• Modelo Relacional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4607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21106B59-80B8-CEED-0BCA-BC3F80A85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803321" y="682622"/>
            <a:ext cx="734257" cy="760506"/>
            <a:chOff x="5243759" y="1363788"/>
            <a:chExt cx="734257" cy="760506"/>
          </a:xfrm>
        </p:grpSpPr>
        <p:sp>
          <p:nvSpPr>
            <p:cNvPr id="6" name="Forma Livre 5">
              <a:extLst>
                <a:ext uri="{FF2B5EF4-FFF2-40B4-BE49-F238E27FC236}">
                  <a16:creationId xmlns:a16="http://schemas.microsoft.com/office/drawing/2014/main" id="{73C2F317-81E4-3678-2FF2-495B3A95470A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sp>
          <p:nvSpPr>
            <p:cNvPr id="7" name="Forma Livre 6">
              <a:extLst>
                <a:ext uri="{FF2B5EF4-FFF2-40B4-BE49-F238E27FC236}">
                  <a16:creationId xmlns:a16="http://schemas.microsoft.com/office/drawing/2014/main" id="{A7C6D33A-37B7-D2C4-2C1C-6D5253D0D480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  <p:sp>
          <p:nvSpPr>
            <p:cNvPr id="8" name="Forma Livre 8">
              <a:extLst>
                <a:ext uri="{FF2B5EF4-FFF2-40B4-BE49-F238E27FC236}">
                  <a16:creationId xmlns:a16="http://schemas.microsoft.com/office/drawing/2014/main" id="{18145A95-72C3-9BFC-32D2-908F235E389B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pt-BR"/>
              </a:defPPr>
            </a:lstStyle>
            <a:p>
              <a:pPr algn="ctr" rtl="0"/>
              <a:endParaRPr lang="pt-BR" dirty="0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38A15DE-D135-0710-9984-A0A55E960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974" y="196900"/>
            <a:ext cx="4899628" cy="914724"/>
          </a:xfrm>
          <a:noFill/>
        </p:spPr>
        <p:txBody>
          <a:bodyPr rtlCol="0" anchor="b"/>
          <a:lstStyle>
            <a:defPPr>
              <a:defRPr lang="pt-BR"/>
            </a:defPPr>
          </a:lstStyle>
          <a:p>
            <a:pPr rtl="0"/>
            <a:r>
              <a:rPr lang="pt-BR" dirty="0"/>
              <a:t>Resultados Obtidos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C8AA23-D8D0-93BE-5C5F-103A750B0D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3435" y="1532945"/>
            <a:ext cx="5443689" cy="3845879"/>
          </a:xfrm>
          <a:noFill/>
        </p:spPr>
        <p:txBody>
          <a:bodyPr vert="horz" lIns="91440" tIns="45720" rIns="91440" bIns="45720" rtlCol="0" anchor="t">
            <a:normAutofit fontScale="85000" lnSpcReduction="10000"/>
          </a:bodyPr>
          <a:lstStyle>
            <a:defPPr>
              <a:defRPr lang="pt-BR"/>
            </a:defPPr>
          </a:lstStyle>
          <a:p>
            <a:pPr rtl="0"/>
            <a:r>
              <a:rPr lang="pt-BR" dirty="0"/>
              <a:t>✓ Plataforma funcional desenvolvida</a:t>
            </a:r>
            <a:br>
              <a:rPr lang="pt-BR" dirty="0"/>
            </a:br>
            <a:br>
              <a:rPr lang="pt-BR" dirty="0"/>
            </a:br>
            <a:r>
              <a:rPr lang="pt-BR" dirty="0"/>
              <a:t>✓ Controle de acesso por login</a:t>
            </a:r>
            <a:br>
              <a:rPr lang="pt-BR" dirty="0"/>
            </a:br>
            <a:br>
              <a:rPr lang="pt-BR" dirty="0"/>
            </a:br>
            <a:r>
              <a:rPr lang="pt-BR" dirty="0"/>
              <a:t>✓ CRUD completo</a:t>
            </a:r>
            <a:br>
              <a:rPr lang="pt-BR" dirty="0"/>
            </a:br>
            <a:br>
              <a:rPr lang="pt-BR" dirty="0"/>
            </a:br>
            <a:r>
              <a:rPr lang="pt-BR" dirty="0"/>
              <a:t>✓ Consulta e pesquisa de registros</a:t>
            </a:r>
            <a:br>
              <a:rPr lang="pt-BR" dirty="0"/>
            </a:br>
            <a:br>
              <a:rPr lang="pt-BR" dirty="0"/>
            </a:br>
            <a:r>
              <a:rPr lang="pt-BR" dirty="0"/>
              <a:t>✓ Formulário de contato</a:t>
            </a:r>
            <a:br>
              <a:rPr lang="pt-BR" dirty="0"/>
            </a:br>
            <a:br>
              <a:rPr lang="pt-BR" dirty="0"/>
            </a:br>
            <a:r>
              <a:rPr lang="pt-BR" dirty="0"/>
              <a:t>✓ Banco de dados estruturado</a:t>
            </a:r>
            <a:br>
              <a:rPr lang="pt-BR" dirty="0"/>
            </a:br>
            <a:br>
              <a:rPr lang="pt-BR" dirty="0"/>
            </a:br>
            <a:r>
              <a:rPr lang="pt-BR" dirty="0"/>
              <a:t>✓ Projeto publicado no GitHub</a:t>
            </a:r>
          </a:p>
          <a:p>
            <a:pPr rtl="0"/>
            <a:r>
              <a:rPr lang="pt-BR" dirty="0" err="1"/>
              <a:t>GitHub:https</a:t>
            </a:r>
            <a:r>
              <a:rPr lang="pt-BR" dirty="0"/>
              <a:t>://github.com/Lucasschwertz/telemedicina-uml-bd</a:t>
            </a:r>
          </a:p>
          <a:p>
            <a:pPr rtl="0"/>
            <a:endParaRPr lang="pt-BR" dirty="0"/>
          </a:p>
        </p:txBody>
      </p:sp>
      <p:pic>
        <p:nvPicPr>
          <p:cNvPr id="20" name="Espaço Reservado para Imagem 19" descr="Uma imagem ampliada de um gráfico">
            <a:extLst>
              <a:ext uri="{FF2B5EF4-FFF2-40B4-BE49-F238E27FC236}">
                <a16:creationId xmlns:a16="http://schemas.microsoft.com/office/drawing/2014/main" id="{A7019768-5E2A-F9D1-62D6-EC7C5F0BBEC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" r="9"/>
          <a:stretch/>
        </p:blipFill>
        <p:spPr>
          <a:xfrm>
            <a:off x="6095588" y="0"/>
            <a:ext cx="6095998" cy="6858000"/>
          </a:xfr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5C4A7DC2-42C3-FDDF-02BF-9598D75A6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1189378" y="5232629"/>
            <a:ext cx="1080000" cy="1080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pt-BR"/>
            </a:defPPr>
          </a:lstStyle>
          <a:p>
            <a:pPr algn="ctr" rtl="0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45238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BAC361-0D7A-DC05-86B5-6DD77D322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536" y="549275"/>
            <a:ext cx="5179330" cy="1082302"/>
          </a:xfrm>
          <a:noFill/>
        </p:spPr>
        <p:txBody>
          <a:bodyPr rtlCol="0" anchor="b">
            <a:normAutofit/>
          </a:bodyPr>
          <a:lstStyle>
            <a:defPPr>
              <a:defRPr lang="pt-BR"/>
            </a:defPPr>
          </a:lstStyle>
          <a:p>
            <a:pPr rtl="0"/>
            <a:r>
              <a:rPr lang="pt-BR" dirty="0"/>
              <a:t>Obrigado!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BE98EFF-197D-3136-70B9-7BBD30A489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536" y="2090207"/>
            <a:ext cx="5179330" cy="2706160"/>
          </a:xfrm>
          <a:noFill/>
        </p:spPr>
        <p:txBody>
          <a:bodyPr rtlCol="0">
            <a:normAutofit/>
          </a:bodyPr>
          <a:lstStyle>
            <a:defPPr>
              <a:defRPr lang="pt-BR"/>
            </a:defPPr>
          </a:lstStyle>
          <a:p>
            <a:pPr rtl="0"/>
            <a:r>
              <a:rPr lang="pt-BR" dirty="0"/>
              <a:t>Plataforma de Telemedicina</a:t>
            </a:r>
          </a:p>
          <a:p>
            <a:pPr rtl="0"/>
            <a:r>
              <a:rPr lang="pt-BR" dirty="0"/>
              <a:t>Lucas Schwertz</a:t>
            </a:r>
          </a:p>
          <a:p>
            <a:pPr rtl="0"/>
            <a:r>
              <a:rPr lang="pt-BR" dirty="0"/>
              <a:t>Práticas Extensionistas III</a:t>
            </a:r>
          </a:p>
          <a:p>
            <a:pPr rtl="0"/>
            <a:r>
              <a:rPr lang="pt-BR" dirty="0"/>
              <a:t>UNOESC – 2026</a:t>
            </a:r>
          </a:p>
          <a:p>
            <a:pPr rtl="0"/>
            <a:r>
              <a:rPr lang="pt-BR" dirty="0"/>
              <a:t>Dúvidas?</a:t>
            </a:r>
          </a:p>
        </p:txBody>
      </p:sp>
      <p:pic>
        <p:nvPicPr>
          <p:cNvPr id="25" name="Espaço Reservado para Imagem 24" descr="Imagem ampliada de uma rede">
            <a:extLst>
              <a:ext uri="{FF2B5EF4-FFF2-40B4-BE49-F238E27FC236}">
                <a16:creationId xmlns:a16="http://schemas.microsoft.com/office/drawing/2014/main" id="{41A1C574-72C6-642F-E4D2-FF0C993AEF78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1"/>
          <a:stretch/>
        </p:blipFill>
        <p:spPr>
          <a:xfrm>
            <a:off x="5926138" y="549275"/>
            <a:ext cx="5654675" cy="5788025"/>
          </a:xfrm>
        </p:spPr>
      </p:pic>
    </p:spTree>
    <p:extLst>
      <p:ext uri="{BB962C8B-B14F-4D97-AF65-F5344CB8AC3E}">
        <p14:creationId xmlns:p14="http://schemas.microsoft.com/office/powerpoint/2010/main" val="2547630249"/>
      </p:ext>
    </p:extLst>
  </p:cSld>
  <p:clrMapOvr>
    <a:masterClrMapping/>
  </p:clrMapOvr>
</p:sld>
</file>

<file path=ppt/theme/theme1.xml><?xml version="1.0" encoding="utf-8"?>
<a:theme xmlns:a="http://schemas.openxmlformats.org/drawingml/2006/main" name="3DFloatVTI">
  <a:themeElements>
    <a:clrScheme name="Float">
      <a:dk1>
        <a:sysClr val="windowText" lastClr="000000"/>
      </a:dk1>
      <a:lt1>
        <a:sysClr val="window" lastClr="FFFFFF"/>
      </a:lt1>
      <a:dk2>
        <a:srgbClr val="1B192E"/>
      </a:dk2>
      <a:lt2>
        <a:srgbClr val="EAE5EB"/>
      </a:lt2>
      <a:accent1>
        <a:srgbClr val="13BE89"/>
      </a:accent1>
      <a:accent2>
        <a:srgbClr val="12B1BF"/>
      </a:accent2>
      <a:accent3>
        <a:srgbClr val="D40AA8"/>
      </a:accent3>
      <a:accent4>
        <a:srgbClr val="B86E62"/>
      </a:accent4>
      <a:accent5>
        <a:srgbClr val="A3A3C1"/>
      </a:accent5>
      <a:accent6>
        <a:srgbClr val="37335B"/>
      </a:accent6>
      <a:hlink>
        <a:srgbClr val="0066FF"/>
      </a:hlink>
      <a:folHlink>
        <a:srgbClr val="666699"/>
      </a:folHlink>
    </a:clrScheme>
    <a:fontScheme name="Float">
      <a:majorFont>
        <a:latin typeface="Walbaum Display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976243_TF33713516_Win32" id="{381BE384-4E88-40D9-BE21-FE65AFA21B4D}" vid="{52A1BC7B-5E05-4786-AE3A-7C32E2BD0D98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F49CD38-5B57-4682-9FCE-B9174068D0A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F342EE1-43E5-4AFB-895D-B61B9656DC14}">
  <ds:schemaRefs>
    <ds:schemaRef ds:uri="http://schemas.microsoft.com/office/2006/documentManagement/types"/>
    <ds:schemaRef ds:uri="http://schemas.microsoft.com/sharepoint/v3"/>
    <ds:schemaRef ds:uri="http://purl.org/dc/dcmitype/"/>
    <ds:schemaRef ds:uri="http://purl.org/dc/elements/1.1/"/>
    <ds:schemaRef ds:uri="http://purl.org/dc/terms/"/>
    <ds:schemaRef ds:uri="http://schemas.microsoft.com/office/infopath/2007/PartnerControls"/>
    <ds:schemaRef ds:uri="http://schemas.microsoft.com/office/2006/metadata/properties"/>
    <ds:schemaRef ds:uri="http://www.w3.org/XML/1998/namespace"/>
    <ds:schemaRef ds:uri="http://schemas.openxmlformats.org/package/2006/metadata/core-properties"/>
    <ds:schemaRef ds:uri="230e9df3-be65-4c73-a93b-d1236ebd677e"/>
    <ds:schemaRef ds:uri="16c05727-aa75-4e4a-9b5f-8a80a1165891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797783A8-901D-4F73-81D7-AA6841BEB3D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Design flutuante 3D</Template>
  <TotalTime>54</TotalTime>
  <Words>457</Words>
  <Application>Microsoft Office PowerPoint</Application>
  <PresentationFormat>Widescreen</PresentationFormat>
  <Paragraphs>74</Paragraphs>
  <Slides>9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4" baseType="lpstr">
      <vt:lpstr>Arial</vt:lpstr>
      <vt:lpstr>Calibri</vt:lpstr>
      <vt:lpstr>Gill Sans MT</vt:lpstr>
      <vt:lpstr>Walbaum Display</vt:lpstr>
      <vt:lpstr>3DFloatVTI</vt:lpstr>
      <vt:lpstr>Plataforma de Telemedicina  Práticas Extensionistas III Entrega Final do Projeto  Lucas Schwertz Análise e Desenvolvimento de Sistemas - UNOESC 2026</vt:lpstr>
      <vt:lpstr>Problema Identificado</vt:lpstr>
      <vt:lpstr>Solução Proposta</vt:lpstr>
      <vt:lpstr>Estrutura do Banco de Dados</vt:lpstr>
      <vt:lpstr>Funcionalidades da Plataforma</vt:lpstr>
      <vt:lpstr>Demonstração do Protótipo</vt:lpstr>
      <vt:lpstr>Tecnologias Utilizadas</vt:lpstr>
      <vt:lpstr>Resultados Obtidos</vt:lpstr>
      <vt:lpstr>Obrigado!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Plataforma de Telemedicina  Práticas Extensionistas III Entrega Final do Projeto  Lucas Schwertz Análise e Desenvolvimento de Sistemas - UNOESC 2026</dc:title>
  <dc:creator>lucas schwertz</dc:creator>
  <cp:lastModifiedBy>lucas schwertz</cp:lastModifiedBy>
  <cp:revision>5</cp:revision>
  <dcterms:created xsi:type="dcterms:W3CDTF">2026-06-06T17:49:16Z</dcterms:created>
  <dcterms:modified xsi:type="dcterms:W3CDTF">2026-06-06T18:43:36Z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